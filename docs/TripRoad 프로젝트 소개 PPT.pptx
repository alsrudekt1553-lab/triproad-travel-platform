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256" r:id="rId2"/>
    <p:sldId id="271" r:id="rId3"/>
    <p:sldId id="265" r:id="rId4"/>
    <p:sldId id="267" r:id="rId5"/>
    <p:sldId id="262" r:id="rId6"/>
    <p:sldId id="270" r:id="rId7"/>
    <p:sldId id="272" r:id="rId8"/>
    <p:sldId id="273" r:id="rId9"/>
    <p:sldId id="274" r:id="rId10"/>
    <p:sldId id="278" r:id="rId11"/>
    <p:sldId id="283" r:id="rId12"/>
    <p:sldId id="284" r:id="rId13"/>
    <p:sldId id="285" r:id="rId14"/>
    <p:sldId id="279" r:id="rId15"/>
    <p:sldId id="275" r:id="rId16"/>
    <p:sldId id="280" r:id="rId17"/>
    <p:sldId id="288" r:id="rId18"/>
    <p:sldId id="289" r:id="rId19"/>
    <p:sldId id="287" r:id="rId2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81875A"/>
    <a:srgbClr val="EDEEE6"/>
    <a:srgbClr val="968C8C"/>
    <a:srgbClr val="8FB3AA"/>
    <a:srgbClr val="E3CFBF"/>
    <a:srgbClr val="BADCDA"/>
    <a:srgbClr val="7BA7BB"/>
    <a:srgbClr val="ACC8D4"/>
    <a:srgbClr val="ABD5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56" autoAdjust="0"/>
    <p:restoredTop sz="96233" autoAdjust="0"/>
  </p:normalViewPr>
  <p:slideViewPr>
    <p:cSldViewPr snapToGrid="0">
      <p:cViewPr>
        <p:scale>
          <a:sx n="90" d="100"/>
          <a:sy n="90" d="100"/>
        </p:scale>
        <p:origin x="1032" y="-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177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371E0E2E-B84E-C1A5-0B04-896C5EB8A68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9CF08C0-1FF0-1EF2-BF86-0A05694D546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9220B9-B4FE-4297-B9AA-DA4624C2E718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65BC212-4F81-35E1-BBC4-F9A901E4929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F2342F8-3A48-0728-C240-8FF236DC662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11C903-B50B-4E77-B162-73E3C234FA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60556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C1449D-FCE2-4D7C-A6E9-438AE26629E8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7233A4-F245-4B42-AD3E-C09D4E17AE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4971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7233A4-F245-4B42-AD3E-C09D4E17AE3C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28778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7233A4-F245-4B42-AD3E-C09D4E17AE3C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56277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7233A4-F245-4B42-AD3E-C09D4E17AE3C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31141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7233A4-F245-4B42-AD3E-C09D4E17AE3C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50678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DD6775-C103-BC4A-20D2-D283B4999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88B3A11-2E93-4074-4DB5-8FDD79DD30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341279C-5846-1DD7-F2C4-A0B9E8C4BB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381C887-6908-9AD0-635B-8DEA89100F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7233A4-F245-4B42-AD3E-C09D4E17AE3C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95740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8F93CF-EBFA-0589-1A3C-021615A1E0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B0DF095-B8CC-A08C-DD6A-2E7B6BC3FB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47B9485-393F-62D5-D2B4-9A3965895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D738B-A135-469C-8D19-CB73E26A370B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852713C-D5E0-4896-DE33-6E1B761EF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F619691-3D73-4EF2-FD7C-4E0028434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C167D-DA0F-4A2A-B51D-90A682FF6F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4172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C49F04-79FF-5437-E38B-0F239556D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EC19605-A16B-7BAF-84D0-EC9831E014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2F2C84-D535-5B35-182C-BCFF87EB6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D738B-A135-469C-8D19-CB73E26A370B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5DBFB88-E10C-9386-D4CE-15420CA67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B749C3-C948-7251-C556-8FD0DA0E5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C167D-DA0F-4A2A-B51D-90A682FF6FAE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F13EFC80-E103-E19B-F423-20F2ABCF8E1F}"/>
              </a:ext>
            </a:extLst>
          </p:cNvPr>
          <p:cNvCxnSpPr/>
          <p:nvPr userDrawn="1"/>
        </p:nvCxnSpPr>
        <p:spPr>
          <a:xfrm>
            <a:off x="0" y="982639"/>
            <a:ext cx="8666328" cy="0"/>
          </a:xfrm>
          <a:prstGeom prst="line">
            <a:avLst/>
          </a:prstGeom>
          <a:ln w="571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직사각형 8">
            <a:extLst>
              <a:ext uri="{FF2B5EF4-FFF2-40B4-BE49-F238E27FC236}">
                <a16:creationId xmlns:a16="http://schemas.microsoft.com/office/drawing/2014/main" id="{4D8E7B31-7F70-CDB7-295B-1734FE5DD93E}"/>
              </a:ext>
            </a:extLst>
          </p:cNvPr>
          <p:cNvSpPr/>
          <p:nvPr userDrawn="1"/>
        </p:nvSpPr>
        <p:spPr>
          <a:xfrm>
            <a:off x="11532358" y="0"/>
            <a:ext cx="659642" cy="6858000"/>
          </a:xfrm>
          <a:prstGeom prst="rect">
            <a:avLst/>
          </a:prstGeom>
          <a:solidFill>
            <a:srgbClr val="8187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6187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F4B5EA-77CC-F0DA-5115-E9E696B07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4FA588A-AB2A-3EC9-B946-35DF72D3E1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2F90647-E99E-3530-F25A-76818B111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D738B-A135-469C-8D19-CB73E26A370B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B20DD97-15A1-833E-1E82-B95498DAF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370B4FD-0912-E206-7621-F3C05225D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C167D-DA0F-4A2A-B51D-90A682FF6FAE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7AC47FF6-0011-26DF-BC74-4EBF3CA328FE}"/>
              </a:ext>
            </a:extLst>
          </p:cNvPr>
          <p:cNvCxnSpPr/>
          <p:nvPr userDrawn="1"/>
        </p:nvCxnSpPr>
        <p:spPr>
          <a:xfrm>
            <a:off x="0" y="982639"/>
            <a:ext cx="8666328" cy="0"/>
          </a:xfrm>
          <a:prstGeom prst="line">
            <a:avLst/>
          </a:prstGeom>
          <a:ln w="571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직사각형 8">
            <a:extLst>
              <a:ext uri="{FF2B5EF4-FFF2-40B4-BE49-F238E27FC236}">
                <a16:creationId xmlns:a16="http://schemas.microsoft.com/office/drawing/2014/main" id="{494A3FCE-960B-08EA-09A5-A1414D57B7C5}"/>
              </a:ext>
            </a:extLst>
          </p:cNvPr>
          <p:cNvSpPr/>
          <p:nvPr userDrawn="1"/>
        </p:nvSpPr>
        <p:spPr>
          <a:xfrm>
            <a:off x="11532358" y="0"/>
            <a:ext cx="659642" cy="6858000"/>
          </a:xfrm>
          <a:prstGeom prst="rect">
            <a:avLst/>
          </a:prstGeom>
          <a:solidFill>
            <a:srgbClr val="8187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90526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5E2822-46E7-C0E1-64C8-51E41F6A0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3994626-ECB0-4667-D0F5-0D82C839CA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8C2698A-070D-B8B9-82BA-8F1DFBD081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AF2D945-05AC-6341-8867-BD645BCFF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D738B-A135-469C-8D19-CB73E26A370B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695952C-2C3E-0062-B0C7-E8B32C4AA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73B542C-E6E6-5ED8-CF53-F65FD69EE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C167D-DA0F-4A2A-B51D-90A682FF6FAE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819D86D2-903A-A6B9-964C-DB02333B337B}"/>
              </a:ext>
            </a:extLst>
          </p:cNvPr>
          <p:cNvCxnSpPr/>
          <p:nvPr userDrawn="1"/>
        </p:nvCxnSpPr>
        <p:spPr>
          <a:xfrm>
            <a:off x="0" y="982639"/>
            <a:ext cx="8666328" cy="0"/>
          </a:xfrm>
          <a:prstGeom prst="line">
            <a:avLst/>
          </a:prstGeom>
          <a:ln w="571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7FCE34E-BF14-45DC-7ADA-DC0754ED4AD6}"/>
              </a:ext>
            </a:extLst>
          </p:cNvPr>
          <p:cNvSpPr/>
          <p:nvPr userDrawn="1"/>
        </p:nvSpPr>
        <p:spPr>
          <a:xfrm>
            <a:off x="11532358" y="0"/>
            <a:ext cx="659642" cy="6858000"/>
          </a:xfrm>
          <a:prstGeom prst="rect">
            <a:avLst/>
          </a:prstGeom>
          <a:solidFill>
            <a:srgbClr val="8187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39484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2761CD-A039-02CE-D187-8027EE731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A7B927F-C7D0-27BF-5371-5FF50A24F3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1CFD0CB-26F9-9FD6-8146-A071B13658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2524A35-798B-912A-69F5-52ADF909EE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0CE1373-2967-06F7-4FC4-17BE01DBB3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89F3367-E8EC-6F76-271A-E8302C067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D738B-A135-469C-8D19-CB73E26A370B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32949ED-E750-3C5A-69DB-548D7616A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B268408-0C02-68EB-1408-38CFDFDE4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C167D-DA0F-4A2A-B51D-90A682FF6FAE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6FC97D93-A8C7-3583-2DEF-29ADA8FC2593}"/>
              </a:ext>
            </a:extLst>
          </p:cNvPr>
          <p:cNvCxnSpPr/>
          <p:nvPr userDrawn="1"/>
        </p:nvCxnSpPr>
        <p:spPr>
          <a:xfrm>
            <a:off x="0" y="982639"/>
            <a:ext cx="8666328" cy="0"/>
          </a:xfrm>
          <a:prstGeom prst="line">
            <a:avLst/>
          </a:prstGeom>
          <a:ln w="571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EF651EE-FAE4-1F20-FF2C-0067A5BD0525}"/>
              </a:ext>
            </a:extLst>
          </p:cNvPr>
          <p:cNvSpPr/>
          <p:nvPr userDrawn="1"/>
        </p:nvSpPr>
        <p:spPr>
          <a:xfrm>
            <a:off x="11532358" y="0"/>
            <a:ext cx="659642" cy="6858000"/>
          </a:xfrm>
          <a:prstGeom prst="rect">
            <a:avLst/>
          </a:prstGeom>
          <a:solidFill>
            <a:srgbClr val="8187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15247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5792A5-A67C-D814-A53A-3B21EB88A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5E4F740-D459-4B59-2548-EDA3AD69B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D738B-A135-469C-8D19-CB73E26A370B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B468463-B4FD-6B86-B89E-A0AA972F5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34317C8-4318-D2DA-528F-09274AFFB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C167D-DA0F-4A2A-B51D-90A682FF6FAE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9F3AD715-5A04-7C3A-FD6A-82B100A5F917}"/>
              </a:ext>
            </a:extLst>
          </p:cNvPr>
          <p:cNvCxnSpPr/>
          <p:nvPr userDrawn="1"/>
        </p:nvCxnSpPr>
        <p:spPr>
          <a:xfrm>
            <a:off x="0" y="982639"/>
            <a:ext cx="8666328" cy="0"/>
          </a:xfrm>
          <a:prstGeom prst="line">
            <a:avLst/>
          </a:prstGeom>
          <a:ln w="571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E65F529B-EBAF-6231-95C8-8F1A836A36DC}"/>
              </a:ext>
            </a:extLst>
          </p:cNvPr>
          <p:cNvSpPr/>
          <p:nvPr userDrawn="1"/>
        </p:nvSpPr>
        <p:spPr>
          <a:xfrm>
            <a:off x="11532358" y="0"/>
            <a:ext cx="659642" cy="6858000"/>
          </a:xfrm>
          <a:prstGeom prst="rect">
            <a:avLst/>
          </a:prstGeom>
          <a:solidFill>
            <a:srgbClr val="8187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819140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7169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30FC76-1AC3-99B6-AFB7-73F8726B6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482ED6-3085-2FA1-54F6-51716E8001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AE58C79-6733-F9DC-3D71-1B44D04504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CA11D8A-B042-42AB-B7D7-803FC6150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D738B-A135-469C-8D19-CB73E26A370B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27BB87C-D778-3ECF-A904-8E5CF4982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E1AF5BD-1CDC-0349-B850-0623F39F1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C167D-DA0F-4A2A-B51D-90A682FF6FAE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61980C67-DBC6-7518-B3AD-59D0A88D49E4}"/>
              </a:ext>
            </a:extLst>
          </p:cNvPr>
          <p:cNvCxnSpPr/>
          <p:nvPr userDrawn="1"/>
        </p:nvCxnSpPr>
        <p:spPr>
          <a:xfrm>
            <a:off x="0" y="982639"/>
            <a:ext cx="8666328" cy="0"/>
          </a:xfrm>
          <a:prstGeom prst="line">
            <a:avLst/>
          </a:prstGeom>
          <a:ln w="571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D11B793-04B1-190B-8073-1B221B932186}"/>
              </a:ext>
            </a:extLst>
          </p:cNvPr>
          <p:cNvSpPr/>
          <p:nvPr userDrawn="1"/>
        </p:nvSpPr>
        <p:spPr>
          <a:xfrm>
            <a:off x="11532358" y="0"/>
            <a:ext cx="659642" cy="6858000"/>
          </a:xfrm>
          <a:prstGeom prst="rect">
            <a:avLst/>
          </a:prstGeom>
          <a:solidFill>
            <a:srgbClr val="8187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57384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9CADB4-727A-852B-1393-C8B56B0EE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16667E9-3C1E-343E-0FCE-C4F8B82568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D59CE37-17E1-8D81-2D09-21A2C462CD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19A4793-0DF8-DFDD-CC5D-280BC8F08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D738B-A135-469C-8D19-CB73E26A370B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BE4AC88-3AA6-94B1-A4E8-197D9F12F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8647C1D-50C0-6727-E7A3-23939A33C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C167D-DA0F-4A2A-B51D-90A682FF6FAE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39A29D3A-2AF9-A6AC-10DF-A37D81A22FFD}"/>
              </a:ext>
            </a:extLst>
          </p:cNvPr>
          <p:cNvCxnSpPr/>
          <p:nvPr userDrawn="1"/>
        </p:nvCxnSpPr>
        <p:spPr>
          <a:xfrm>
            <a:off x="0" y="982639"/>
            <a:ext cx="8666328" cy="0"/>
          </a:xfrm>
          <a:prstGeom prst="line">
            <a:avLst/>
          </a:prstGeom>
          <a:ln w="571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7523B84-526B-012F-FE05-98B27F22DF75}"/>
              </a:ext>
            </a:extLst>
          </p:cNvPr>
          <p:cNvSpPr/>
          <p:nvPr userDrawn="1"/>
        </p:nvSpPr>
        <p:spPr>
          <a:xfrm>
            <a:off x="11532358" y="0"/>
            <a:ext cx="659642" cy="6858000"/>
          </a:xfrm>
          <a:prstGeom prst="rect">
            <a:avLst/>
          </a:prstGeom>
          <a:solidFill>
            <a:srgbClr val="8187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034381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0B2031-24C0-5BCE-4C3D-CD86DE59F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B9583D2-28E4-59D3-9F6A-E53972B46E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6FCB3DB-8D96-9DD1-72C2-B6379798F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D738B-A135-469C-8D19-CB73E26A370B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33D4878-CA8A-C67F-445F-27F2E11E1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B865302-F008-9344-8B34-CD597B23A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C167D-DA0F-4A2A-B51D-90A682FF6FAE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F049F146-158F-31C5-3D23-3C712371912B}"/>
              </a:ext>
            </a:extLst>
          </p:cNvPr>
          <p:cNvCxnSpPr/>
          <p:nvPr userDrawn="1"/>
        </p:nvCxnSpPr>
        <p:spPr>
          <a:xfrm>
            <a:off x="0" y="982639"/>
            <a:ext cx="8666328" cy="0"/>
          </a:xfrm>
          <a:prstGeom prst="line">
            <a:avLst/>
          </a:prstGeom>
          <a:ln w="571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직사각형 8">
            <a:extLst>
              <a:ext uri="{FF2B5EF4-FFF2-40B4-BE49-F238E27FC236}">
                <a16:creationId xmlns:a16="http://schemas.microsoft.com/office/drawing/2014/main" id="{5E9DBA6D-88E0-94CE-1356-4A0EB1AA4663}"/>
              </a:ext>
            </a:extLst>
          </p:cNvPr>
          <p:cNvSpPr/>
          <p:nvPr userDrawn="1"/>
        </p:nvSpPr>
        <p:spPr>
          <a:xfrm>
            <a:off x="11532358" y="0"/>
            <a:ext cx="659642" cy="6858000"/>
          </a:xfrm>
          <a:prstGeom prst="rect">
            <a:avLst/>
          </a:prstGeom>
          <a:solidFill>
            <a:srgbClr val="8187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47506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CE794A3-F66D-17FC-E599-E3B2271318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9D862E2-7AF7-FDF7-966B-E36446B9EF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EDBDF95-E9AD-4BE2-D090-180B7ED6A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D738B-A135-469C-8D19-CB73E26A370B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C2E7317-B83B-A3DD-A3E2-CD5292D90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483BCF-C22B-2257-44AE-4146463E4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C167D-DA0F-4A2A-B51D-90A682FF6FAE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ED3900B9-857D-39BC-0C82-E31759340427}"/>
              </a:ext>
            </a:extLst>
          </p:cNvPr>
          <p:cNvCxnSpPr/>
          <p:nvPr userDrawn="1"/>
        </p:nvCxnSpPr>
        <p:spPr>
          <a:xfrm>
            <a:off x="0" y="982639"/>
            <a:ext cx="8666328" cy="0"/>
          </a:xfrm>
          <a:prstGeom prst="line">
            <a:avLst/>
          </a:prstGeom>
          <a:ln w="571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직사각형 8">
            <a:extLst>
              <a:ext uri="{FF2B5EF4-FFF2-40B4-BE49-F238E27FC236}">
                <a16:creationId xmlns:a16="http://schemas.microsoft.com/office/drawing/2014/main" id="{0C821E94-7DF6-90E6-F820-51CFD47C34AA}"/>
              </a:ext>
            </a:extLst>
          </p:cNvPr>
          <p:cNvSpPr/>
          <p:nvPr userDrawn="1"/>
        </p:nvSpPr>
        <p:spPr>
          <a:xfrm>
            <a:off x="11532358" y="0"/>
            <a:ext cx="659642" cy="6858000"/>
          </a:xfrm>
          <a:prstGeom prst="rect">
            <a:avLst/>
          </a:prstGeom>
          <a:solidFill>
            <a:srgbClr val="8187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0243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30D6E87-8AE3-FB6E-ACD2-82A16298A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C2770C6-8333-BBAE-8062-D088F382BE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E3D7D92-B32B-3567-AA4B-B0D4367661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DD738B-A135-469C-8D19-CB73E26A370B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EBDDCCF-4277-62B8-730A-13492F1BC3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84F14D-F8BF-3C4A-5E38-E277AEAF08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EC167D-DA0F-4A2A-B51D-90A682FF6F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2776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jpe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5" Type="http://schemas.openxmlformats.org/officeDocument/2006/relationships/image" Target="../media/image2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svg"/><Relationship Id="rId4" Type="http://schemas.openxmlformats.org/officeDocument/2006/relationships/image" Target="../media/image26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11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56.svg"/><Relationship Id="rId7" Type="http://schemas.openxmlformats.org/officeDocument/2006/relationships/image" Target="../media/image60.svg"/><Relationship Id="rId2" Type="http://schemas.openxmlformats.org/officeDocument/2006/relationships/image" Target="../media/image5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svg"/><Relationship Id="rId5" Type="http://schemas.openxmlformats.org/officeDocument/2006/relationships/image" Target="../media/image58.svg"/><Relationship Id="rId4" Type="http://schemas.openxmlformats.org/officeDocument/2006/relationships/image" Target="../media/image57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래픽 3" descr="구름 단색으로 채워진">
            <a:extLst>
              <a:ext uri="{FF2B5EF4-FFF2-40B4-BE49-F238E27FC236}">
                <a16:creationId xmlns:a16="http://schemas.microsoft.com/office/drawing/2014/main" id="{C8E1ED33-DA1E-7ECC-7341-ABDAB0A33F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37073" y="3930628"/>
            <a:ext cx="4635449" cy="4635449"/>
          </a:xfrm>
          <a:prstGeom prst="rect">
            <a:avLst/>
          </a:prstGeom>
        </p:spPr>
      </p:pic>
      <p:pic>
        <p:nvPicPr>
          <p:cNvPr id="9" name="그래픽 8" descr="구름 윤곽선">
            <a:extLst>
              <a:ext uri="{FF2B5EF4-FFF2-40B4-BE49-F238E27FC236}">
                <a16:creationId xmlns:a16="http://schemas.microsoft.com/office/drawing/2014/main" id="{BDB6BFC0-A96B-4B2B-82CB-AB1E89D5A0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713773" y="2046140"/>
            <a:ext cx="4948405" cy="4948405"/>
          </a:xfrm>
          <a:prstGeom prst="rect">
            <a:avLst/>
          </a:prstGeom>
        </p:spPr>
      </p:pic>
      <p:pic>
        <p:nvPicPr>
          <p:cNvPr id="12" name="그래픽 11" descr="일부 흐림 단색으로 채워진">
            <a:extLst>
              <a:ext uri="{FF2B5EF4-FFF2-40B4-BE49-F238E27FC236}">
                <a16:creationId xmlns:a16="http://schemas.microsoft.com/office/drawing/2014/main" id="{9429972B-B18B-BBC4-C73D-2F008AC4EB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03821" y="-239032"/>
            <a:ext cx="4030389" cy="4030389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F2DABCFA-0188-F3F6-DDB5-116DA7753809}"/>
              </a:ext>
            </a:extLst>
          </p:cNvPr>
          <p:cNvSpPr/>
          <p:nvPr/>
        </p:nvSpPr>
        <p:spPr>
          <a:xfrm>
            <a:off x="1119174" y="2532102"/>
            <a:ext cx="3095656" cy="923330"/>
          </a:xfrm>
          <a:prstGeom prst="rect">
            <a:avLst/>
          </a:prstGeom>
          <a:solidFill>
            <a:srgbClr val="81875A"/>
          </a:solidFill>
          <a:ln>
            <a:noFill/>
          </a:ln>
        </p:spPr>
        <p:txBody>
          <a:bodyPr wrap="none" lIns="91440" tIns="45720" rIns="91440" bIns="45720">
            <a:spAutoFit/>
          </a:bodyPr>
          <a:lstStyle/>
          <a:p>
            <a:r>
              <a:rPr lang="en-US" altLang="ko-KR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EDEEE6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TripRoad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67E34F-136A-610A-D5B6-2F3BD5525247}"/>
              </a:ext>
            </a:extLst>
          </p:cNvPr>
          <p:cNvSpPr txBox="1"/>
          <p:nvPr/>
        </p:nvSpPr>
        <p:spPr>
          <a:xfrm>
            <a:off x="1119173" y="3692003"/>
            <a:ext cx="49768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81875A"/>
                </a:solidFill>
              </a:rPr>
              <a:t>사용자 맞춤형 국내 여행 패키지 예약 서비스</a:t>
            </a:r>
          </a:p>
        </p:txBody>
      </p:sp>
      <p:pic>
        <p:nvPicPr>
          <p:cNvPr id="11" name="그래픽 10" descr="비행기 단색으로 채워진">
            <a:extLst>
              <a:ext uri="{FF2B5EF4-FFF2-40B4-BE49-F238E27FC236}">
                <a16:creationId xmlns:a16="http://schemas.microsoft.com/office/drawing/2014/main" id="{AF236A07-4368-7E62-9365-45B8AB08EB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4889500" y="4245867"/>
            <a:ext cx="767561" cy="767561"/>
          </a:xfrm>
          <a:prstGeom prst="rect">
            <a:avLst/>
          </a:prstGeom>
        </p:spPr>
      </p:pic>
      <p:pic>
        <p:nvPicPr>
          <p:cNvPr id="3" name="그래픽 2" descr="지구본: 아시아 및 오스트레일리아  단색으로 채워진">
            <a:extLst>
              <a:ext uri="{FF2B5EF4-FFF2-40B4-BE49-F238E27FC236}">
                <a16:creationId xmlns:a16="http://schemas.microsoft.com/office/drawing/2014/main" id="{35FFDF39-5312-9271-BDB2-B45140FF8C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70410" y="-1396024"/>
            <a:ext cx="9650047" cy="965004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508F8FE-B46B-677B-BFF7-7EC85E1FCD20}"/>
              </a:ext>
            </a:extLst>
          </p:cNvPr>
          <p:cNvSpPr txBox="1"/>
          <p:nvPr/>
        </p:nvSpPr>
        <p:spPr>
          <a:xfrm>
            <a:off x="1078289" y="4337261"/>
            <a:ext cx="38112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err="1">
                <a:solidFill>
                  <a:srgbClr val="81875A"/>
                </a:solidFill>
              </a:rPr>
              <a:t>박창렬</a:t>
            </a:r>
            <a:r>
              <a:rPr lang="en-US" altLang="ko-KR" sz="1600" dirty="0">
                <a:solidFill>
                  <a:srgbClr val="81875A"/>
                </a:solidFill>
              </a:rPr>
              <a:t>(</a:t>
            </a:r>
            <a:r>
              <a:rPr lang="ko-KR" altLang="en-US" sz="1600" dirty="0">
                <a:solidFill>
                  <a:srgbClr val="81875A"/>
                </a:solidFill>
              </a:rPr>
              <a:t>팀장</a:t>
            </a:r>
            <a:r>
              <a:rPr lang="en-US" altLang="ko-KR" sz="1600" dirty="0">
                <a:solidFill>
                  <a:srgbClr val="81875A"/>
                </a:solidFill>
              </a:rPr>
              <a:t>),   </a:t>
            </a:r>
            <a:r>
              <a:rPr lang="ko-KR" altLang="en-US" sz="1600" dirty="0" err="1">
                <a:solidFill>
                  <a:srgbClr val="81875A"/>
                </a:solidFill>
              </a:rPr>
              <a:t>변정하</a:t>
            </a:r>
            <a:r>
              <a:rPr lang="en-US" altLang="ko-KR" sz="1600" dirty="0">
                <a:solidFill>
                  <a:srgbClr val="81875A"/>
                </a:solidFill>
              </a:rPr>
              <a:t>(</a:t>
            </a:r>
            <a:r>
              <a:rPr lang="ko-KR" altLang="en-US" sz="1600" dirty="0">
                <a:solidFill>
                  <a:srgbClr val="81875A"/>
                </a:solidFill>
              </a:rPr>
              <a:t>부팀장</a:t>
            </a:r>
            <a:r>
              <a:rPr lang="en-US" altLang="ko-KR" sz="1600" dirty="0">
                <a:solidFill>
                  <a:srgbClr val="81875A"/>
                </a:solidFill>
              </a:rPr>
              <a:t>)</a:t>
            </a:r>
          </a:p>
          <a:p>
            <a:r>
              <a:rPr lang="ko-KR" altLang="en-US" sz="1600" dirty="0">
                <a:solidFill>
                  <a:srgbClr val="81875A"/>
                </a:solidFill>
              </a:rPr>
              <a:t>김준하</a:t>
            </a:r>
            <a:r>
              <a:rPr lang="en-US" altLang="ko-KR" sz="1600" dirty="0">
                <a:solidFill>
                  <a:srgbClr val="81875A"/>
                </a:solidFill>
              </a:rPr>
              <a:t>, </a:t>
            </a:r>
            <a:r>
              <a:rPr lang="ko-KR" altLang="en-US" sz="1600" dirty="0">
                <a:solidFill>
                  <a:srgbClr val="81875A"/>
                </a:solidFill>
              </a:rPr>
              <a:t>안효빈</a:t>
            </a:r>
            <a:r>
              <a:rPr lang="en-US" altLang="ko-KR" sz="1600" dirty="0">
                <a:solidFill>
                  <a:srgbClr val="81875A"/>
                </a:solidFill>
              </a:rPr>
              <a:t>, </a:t>
            </a:r>
            <a:r>
              <a:rPr lang="ko-KR" altLang="en-US" sz="1600" dirty="0">
                <a:solidFill>
                  <a:srgbClr val="81875A"/>
                </a:solidFill>
              </a:rPr>
              <a:t>이경목</a:t>
            </a:r>
            <a:r>
              <a:rPr lang="en-US" altLang="ko-KR" sz="1600" dirty="0">
                <a:solidFill>
                  <a:srgbClr val="81875A"/>
                </a:solidFill>
              </a:rPr>
              <a:t>, </a:t>
            </a:r>
            <a:r>
              <a:rPr lang="ko-KR" altLang="en-US" sz="1600" dirty="0">
                <a:solidFill>
                  <a:srgbClr val="81875A"/>
                </a:solidFill>
              </a:rPr>
              <a:t>황영찬</a:t>
            </a:r>
          </a:p>
        </p:txBody>
      </p:sp>
    </p:spTree>
    <p:extLst>
      <p:ext uri="{BB962C8B-B14F-4D97-AF65-F5344CB8AC3E}">
        <p14:creationId xmlns:p14="http://schemas.microsoft.com/office/powerpoint/2010/main" val="374900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88651ABB-B40E-7876-B090-BC8C8B21BBCD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 flipH="1">
            <a:off x="1469879" y="-1019957"/>
            <a:ext cx="14191034" cy="11942065"/>
            <a:chOff x="-3059029" y="-1019957"/>
            <a:chExt cx="14191034" cy="11942065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F1BAE55F-E644-ECC2-BF71-80B57EDFCA4C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flipH="1">
              <a:off x="-3059029" y="-1019957"/>
              <a:ext cx="12261085" cy="11942065"/>
              <a:chOff x="4388938" y="-442254"/>
              <a:chExt cx="12261085" cy="11942065"/>
            </a:xfrm>
            <a:solidFill>
              <a:srgbClr val="81875A"/>
            </a:solidFill>
          </p:grpSpPr>
          <p:pic>
            <p:nvPicPr>
              <p:cNvPr id="8" name="그래픽 7" descr="덮인 책 단색으로 채워진">
                <a:extLst>
                  <a:ext uri="{FF2B5EF4-FFF2-40B4-BE49-F238E27FC236}">
                    <a16:creationId xmlns:a16="http://schemas.microsoft.com/office/drawing/2014/main" id="{2276567F-7863-47EB-16FE-ABC1098C467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4388938" y="-442254"/>
                <a:ext cx="12261085" cy="11942065"/>
              </a:xfrm>
              <a:prstGeom prst="rect">
                <a:avLst/>
              </a:prstGeom>
            </p:spPr>
          </p:pic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1205D814-125B-75B2-557A-781B64637CA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8902120" y="3265714"/>
                <a:ext cx="4578749" cy="2534195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C4D6D216-46B9-A7AF-9B3D-ADB1EAEDAD7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274380" y="2664470"/>
              <a:ext cx="3857625" cy="2257425"/>
            </a:xfrm>
            <a:prstGeom prst="rect">
              <a:avLst/>
            </a:prstGeom>
            <a:solidFill>
              <a:srgbClr val="EDEEE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09988AF4-DA32-1D5A-0E4F-25F6D8297CC7}"/>
              </a:ext>
            </a:extLst>
          </p:cNvPr>
          <p:cNvCxnSpPr>
            <a:cxnSpLocks/>
          </p:cNvCxnSpPr>
          <p:nvPr/>
        </p:nvCxnSpPr>
        <p:spPr>
          <a:xfrm>
            <a:off x="-899886" y="1090715"/>
            <a:ext cx="6117981" cy="0"/>
          </a:xfrm>
          <a:prstGeom prst="line">
            <a:avLst/>
          </a:prstGeom>
          <a:ln w="57150">
            <a:solidFill>
              <a:srgbClr val="818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그래픽 15" descr="비행기 단색으로 채워진">
            <a:extLst>
              <a:ext uri="{FF2B5EF4-FFF2-40B4-BE49-F238E27FC236}">
                <a16:creationId xmlns:a16="http://schemas.microsoft.com/office/drawing/2014/main" id="{75272993-14CB-CC5B-841F-C2A378C688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1701904" y="182240"/>
            <a:ext cx="914400" cy="9144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C05C85D-9994-B004-461D-4F91D49F3A54}"/>
              </a:ext>
            </a:extLst>
          </p:cNvPr>
          <p:cNvSpPr txBox="1"/>
          <p:nvPr/>
        </p:nvSpPr>
        <p:spPr>
          <a:xfrm>
            <a:off x="403448" y="285497"/>
            <a:ext cx="15014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b="1" dirty="0">
                <a:solidFill>
                  <a:srgbClr val="81875A"/>
                </a:solidFill>
              </a:rPr>
              <a:t>목차</a:t>
            </a:r>
          </a:p>
        </p:txBody>
      </p:sp>
      <p:pic>
        <p:nvPicPr>
          <p:cNvPr id="19" name="그래픽 18" descr="덮인 책 윤곽선">
            <a:extLst>
              <a:ext uri="{FF2B5EF4-FFF2-40B4-BE49-F238E27FC236}">
                <a16:creationId xmlns:a16="http://schemas.microsoft.com/office/drawing/2014/main" id="{43041503-B087-7018-685F-D7F59F65916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65596" y="-1000903"/>
            <a:ext cx="10300348" cy="1194206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A7F4740D-87A3-25F8-9674-7CEACC5776A0}"/>
              </a:ext>
            </a:extLst>
          </p:cNvPr>
          <p:cNvSpPr txBox="1"/>
          <p:nvPr/>
        </p:nvSpPr>
        <p:spPr>
          <a:xfrm>
            <a:off x="7698812" y="2226346"/>
            <a:ext cx="36631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400" b="1" dirty="0">
                <a:solidFill>
                  <a:srgbClr val="EDEEE6"/>
                </a:solidFill>
              </a:rPr>
              <a:t>TRIPROAD</a:t>
            </a:r>
            <a:endParaRPr lang="ko-KR" altLang="en-US" sz="5400" b="1" dirty="0">
              <a:solidFill>
                <a:srgbClr val="EDEEE6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8CCB0DC-FEF0-A919-1421-551A85C0409E}"/>
              </a:ext>
            </a:extLst>
          </p:cNvPr>
          <p:cNvSpPr txBox="1"/>
          <p:nvPr/>
        </p:nvSpPr>
        <p:spPr>
          <a:xfrm>
            <a:off x="533400" y="1329181"/>
            <a:ext cx="3663116" cy="49187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ko-KR" sz="2000" u="sng" dirty="0">
                <a:solidFill>
                  <a:srgbClr val="81875A"/>
                </a:solidFill>
              </a:rPr>
              <a:t>✔ </a:t>
            </a:r>
            <a:r>
              <a:rPr lang="ko-KR" altLang="en-US" sz="2000" u="sng" dirty="0">
                <a:solidFill>
                  <a:srgbClr val="81875A"/>
                </a:solidFill>
              </a:rPr>
              <a:t>프로젝트 개요</a:t>
            </a:r>
          </a:p>
          <a:p>
            <a:pPr>
              <a:lnSpc>
                <a:spcPct val="200000"/>
              </a:lnSpc>
            </a:pPr>
            <a:r>
              <a:rPr lang="ko-KR" altLang="ko-KR" sz="2000" u="sng" dirty="0">
                <a:solidFill>
                  <a:srgbClr val="81875A"/>
                </a:solidFill>
              </a:rPr>
              <a:t>✔ </a:t>
            </a:r>
            <a:r>
              <a:rPr lang="ko-KR" altLang="en-US" sz="2000" u="sng" dirty="0">
                <a:solidFill>
                  <a:srgbClr val="81875A"/>
                </a:solidFill>
              </a:rPr>
              <a:t>구성 및 역할 </a:t>
            </a:r>
          </a:p>
          <a:p>
            <a:pPr>
              <a:lnSpc>
                <a:spcPct val="200000"/>
              </a:lnSpc>
            </a:pPr>
            <a:r>
              <a:rPr lang="ko-KR" altLang="ko-KR" sz="2000" u="sng" dirty="0">
                <a:solidFill>
                  <a:srgbClr val="81875A"/>
                </a:solidFill>
              </a:rPr>
              <a:t>✔ </a:t>
            </a:r>
            <a:r>
              <a:rPr lang="ko-KR" altLang="en-US" sz="2000" u="sng" dirty="0">
                <a:solidFill>
                  <a:srgbClr val="81875A"/>
                </a:solidFill>
              </a:rPr>
              <a:t>개발환경</a:t>
            </a:r>
          </a:p>
          <a:p>
            <a:pPr>
              <a:lnSpc>
                <a:spcPct val="200000"/>
              </a:lnSpc>
            </a:pPr>
            <a:r>
              <a:rPr lang="ko-KR" altLang="ko-KR" sz="2000" u="sng" dirty="0">
                <a:solidFill>
                  <a:srgbClr val="81875A"/>
                </a:solidFill>
              </a:rPr>
              <a:t>✔ </a:t>
            </a:r>
            <a:r>
              <a:rPr lang="ko-KR" altLang="en-US" sz="2000" u="sng" dirty="0">
                <a:solidFill>
                  <a:srgbClr val="81875A"/>
                </a:solidFill>
              </a:rPr>
              <a:t>수행 절차 </a:t>
            </a:r>
          </a:p>
          <a:p>
            <a:pPr>
              <a:lnSpc>
                <a:spcPct val="200000"/>
              </a:lnSpc>
            </a:pPr>
            <a:r>
              <a:rPr lang="ko-KR" altLang="ko-KR" sz="2000" u="sng" dirty="0">
                <a:solidFill>
                  <a:srgbClr val="81875A"/>
                </a:solidFill>
              </a:rPr>
              <a:t>✔ </a:t>
            </a:r>
            <a:r>
              <a:rPr lang="en-US" altLang="ko-KR" sz="2000" u="sng" dirty="0">
                <a:solidFill>
                  <a:srgbClr val="81875A"/>
                </a:solidFill>
              </a:rPr>
              <a:t>ERD </a:t>
            </a:r>
          </a:p>
          <a:p>
            <a:pPr>
              <a:lnSpc>
                <a:spcPct val="200000"/>
              </a:lnSpc>
            </a:pPr>
            <a:r>
              <a:rPr lang="ko-KR" altLang="ko-KR" sz="2000" u="sng" dirty="0">
                <a:solidFill>
                  <a:srgbClr val="81875A"/>
                </a:solidFill>
              </a:rPr>
              <a:t>✔ </a:t>
            </a:r>
            <a:r>
              <a:rPr lang="ko-KR" altLang="en-US" sz="2000" u="sng" dirty="0">
                <a:solidFill>
                  <a:srgbClr val="81875A"/>
                </a:solidFill>
              </a:rPr>
              <a:t>화면구성</a:t>
            </a:r>
            <a:endParaRPr lang="en-US" altLang="ko-KR" sz="2000" u="sng" dirty="0">
              <a:solidFill>
                <a:srgbClr val="81875A"/>
              </a:solidFill>
            </a:endParaRPr>
          </a:p>
          <a:p>
            <a:pPr>
              <a:lnSpc>
                <a:spcPct val="200000"/>
              </a:lnSpc>
            </a:pPr>
            <a:r>
              <a:rPr lang="ko-KR" altLang="ko-KR" sz="2000" u="sng" dirty="0">
                <a:solidFill>
                  <a:srgbClr val="81875A"/>
                </a:solidFill>
              </a:rPr>
              <a:t>✔ </a:t>
            </a:r>
            <a:r>
              <a:rPr lang="ko-KR" altLang="en-US" sz="2000" u="sng" dirty="0">
                <a:solidFill>
                  <a:srgbClr val="81875A"/>
                </a:solidFill>
              </a:rPr>
              <a:t>트러블 슈팅</a:t>
            </a:r>
            <a:endParaRPr lang="en-US" altLang="ko-KR" sz="2000" u="sng" dirty="0">
              <a:solidFill>
                <a:srgbClr val="81875A"/>
              </a:solidFill>
            </a:endParaRPr>
          </a:p>
          <a:p>
            <a:pPr>
              <a:lnSpc>
                <a:spcPct val="200000"/>
              </a:lnSpc>
            </a:pPr>
            <a:r>
              <a:rPr lang="ko-KR" altLang="ko-KR" sz="2000" u="sng" dirty="0">
                <a:solidFill>
                  <a:srgbClr val="81875A"/>
                </a:solidFill>
              </a:rPr>
              <a:t>✔ </a:t>
            </a:r>
            <a:r>
              <a:rPr lang="ko-KR" altLang="en-US" sz="2000" u="sng" dirty="0">
                <a:solidFill>
                  <a:srgbClr val="81875A"/>
                </a:solidFill>
              </a:rPr>
              <a:t>자체 평가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1839F11-A6C1-E57E-1CDE-268D2AF72EA6}"/>
              </a:ext>
            </a:extLst>
          </p:cNvPr>
          <p:cNvSpPr/>
          <p:nvPr/>
        </p:nvSpPr>
        <p:spPr>
          <a:xfrm>
            <a:off x="572856" y="1599883"/>
            <a:ext cx="293919" cy="268514"/>
          </a:xfrm>
          <a:prstGeom prst="rect">
            <a:avLst/>
          </a:prstGeom>
          <a:noFill/>
          <a:ln w="19050">
            <a:solidFill>
              <a:srgbClr val="8187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19EAA85-6115-2BE2-2120-F4324DE1281F}"/>
              </a:ext>
            </a:extLst>
          </p:cNvPr>
          <p:cNvSpPr/>
          <p:nvPr/>
        </p:nvSpPr>
        <p:spPr>
          <a:xfrm>
            <a:off x="572856" y="2208642"/>
            <a:ext cx="293919" cy="268514"/>
          </a:xfrm>
          <a:prstGeom prst="rect">
            <a:avLst/>
          </a:prstGeom>
          <a:noFill/>
          <a:ln w="19050">
            <a:solidFill>
              <a:srgbClr val="8187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F456ED86-553F-1216-3931-59711DA79CEC}"/>
              </a:ext>
            </a:extLst>
          </p:cNvPr>
          <p:cNvSpPr/>
          <p:nvPr/>
        </p:nvSpPr>
        <p:spPr>
          <a:xfrm>
            <a:off x="572856" y="2817401"/>
            <a:ext cx="293919" cy="268514"/>
          </a:xfrm>
          <a:prstGeom prst="rect">
            <a:avLst/>
          </a:prstGeom>
          <a:noFill/>
          <a:ln w="19050">
            <a:solidFill>
              <a:srgbClr val="8187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4312C043-91E1-6E35-A6B3-95031698D6CC}"/>
              </a:ext>
            </a:extLst>
          </p:cNvPr>
          <p:cNvSpPr/>
          <p:nvPr/>
        </p:nvSpPr>
        <p:spPr>
          <a:xfrm>
            <a:off x="572855" y="3426160"/>
            <a:ext cx="293919" cy="268514"/>
          </a:xfrm>
          <a:prstGeom prst="rect">
            <a:avLst/>
          </a:prstGeom>
          <a:noFill/>
          <a:ln w="19050">
            <a:solidFill>
              <a:srgbClr val="8187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5EC46E04-F2A6-C21C-7F9B-C0A88D6310BD}"/>
              </a:ext>
            </a:extLst>
          </p:cNvPr>
          <p:cNvSpPr/>
          <p:nvPr/>
        </p:nvSpPr>
        <p:spPr>
          <a:xfrm>
            <a:off x="572855" y="4032746"/>
            <a:ext cx="293919" cy="268514"/>
          </a:xfrm>
          <a:prstGeom prst="rect">
            <a:avLst/>
          </a:prstGeom>
          <a:noFill/>
          <a:ln w="19050">
            <a:solidFill>
              <a:srgbClr val="8187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6A37D472-C200-DDDA-659A-F96341BD64C3}"/>
              </a:ext>
            </a:extLst>
          </p:cNvPr>
          <p:cNvSpPr/>
          <p:nvPr/>
        </p:nvSpPr>
        <p:spPr>
          <a:xfrm>
            <a:off x="572855" y="4646952"/>
            <a:ext cx="293919" cy="268514"/>
          </a:xfrm>
          <a:prstGeom prst="rect">
            <a:avLst/>
          </a:prstGeom>
          <a:noFill/>
          <a:ln w="19050">
            <a:solidFill>
              <a:srgbClr val="8187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2AA075D-622D-3BC6-E3B7-3F0B26DB2375}"/>
              </a:ext>
            </a:extLst>
          </p:cNvPr>
          <p:cNvSpPr/>
          <p:nvPr/>
        </p:nvSpPr>
        <p:spPr>
          <a:xfrm>
            <a:off x="572855" y="5252437"/>
            <a:ext cx="293919" cy="268514"/>
          </a:xfrm>
          <a:prstGeom prst="rect">
            <a:avLst/>
          </a:prstGeom>
          <a:noFill/>
          <a:ln w="19050">
            <a:solidFill>
              <a:srgbClr val="8187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BF27C95-BDEF-A00F-4766-63EC3B7B1855}"/>
              </a:ext>
            </a:extLst>
          </p:cNvPr>
          <p:cNvSpPr/>
          <p:nvPr/>
        </p:nvSpPr>
        <p:spPr>
          <a:xfrm>
            <a:off x="572855" y="5859023"/>
            <a:ext cx="293919" cy="268514"/>
          </a:xfrm>
          <a:prstGeom prst="rect">
            <a:avLst/>
          </a:prstGeom>
          <a:noFill/>
          <a:ln w="19050">
            <a:solidFill>
              <a:srgbClr val="8187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1239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E99E45-79C1-BA0D-3BA0-9BB3DF623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297632B4-29C0-B5AA-45AA-61BD8E7232B3}"/>
              </a:ext>
            </a:extLst>
          </p:cNvPr>
          <p:cNvGrpSpPr>
            <a:grpSpLocks/>
          </p:cNvGrpSpPr>
          <p:nvPr/>
        </p:nvGrpSpPr>
        <p:grpSpPr>
          <a:xfrm>
            <a:off x="-2855829" y="-1019957"/>
            <a:ext cx="17021773" cy="11961115"/>
            <a:chOff x="-3059029" y="-1019957"/>
            <a:chExt cx="17021773" cy="11961115"/>
          </a:xfrm>
        </p:grpSpPr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88441202-AAD8-0BF5-E01A-F6E197BE2438}"/>
                </a:ext>
              </a:extLst>
            </p:cNvPr>
            <p:cNvGrpSpPr>
              <a:grpSpLocks/>
            </p:cNvGrpSpPr>
            <p:nvPr/>
          </p:nvGrpSpPr>
          <p:grpSpPr>
            <a:xfrm flipH="1">
              <a:off x="-3059029" y="-1019957"/>
              <a:ext cx="17021773" cy="11961115"/>
              <a:chOff x="-371750" y="-442254"/>
              <a:chExt cx="17021773" cy="11961115"/>
            </a:xfrm>
            <a:solidFill>
              <a:srgbClr val="81875A"/>
            </a:solidFill>
          </p:grpSpPr>
          <p:grpSp>
            <p:nvGrpSpPr>
              <p:cNvPr id="7" name="그룹 6">
                <a:extLst>
                  <a:ext uri="{FF2B5EF4-FFF2-40B4-BE49-F238E27FC236}">
                    <a16:creationId xmlns:a16="http://schemas.microsoft.com/office/drawing/2014/main" id="{13A6944E-0894-E653-A32E-93D520543DA4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-371750" y="-442254"/>
                <a:ext cx="17021773" cy="11961115"/>
                <a:chOff x="5224895" y="1801025"/>
                <a:chExt cx="5385218" cy="3784165"/>
              </a:xfrm>
              <a:grpFill/>
            </p:grpSpPr>
            <p:pic>
              <p:nvPicPr>
                <p:cNvPr id="10" name="그래픽 9" descr="덮인 책 단색으로 채워진">
                  <a:extLst>
                    <a:ext uri="{FF2B5EF4-FFF2-40B4-BE49-F238E27FC236}">
                      <a16:creationId xmlns:a16="http://schemas.microsoft.com/office/drawing/2014/main" id="{8FF2CFE4-4FFB-0ABF-C372-0BFE60D709E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731045" y="1801025"/>
                  <a:ext cx="3879068" cy="3778138"/>
                </a:xfrm>
                <a:prstGeom prst="rect">
                  <a:avLst/>
                </a:prstGeom>
              </p:spPr>
            </p:pic>
            <p:pic>
              <p:nvPicPr>
                <p:cNvPr id="11" name="그래픽 10" descr="덮인 책 윤곽선">
                  <a:extLst>
                    <a:ext uri="{FF2B5EF4-FFF2-40B4-BE49-F238E27FC236}">
                      <a16:creationId xmlns:a16="http://schemas.microsoft.com/office/drawing/2014/main" id="{0C055B8E-23C7-56CC-C531-BF9E835F4F3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 flipH="1">
                  <a:off x="5224895" y="1807053"/>
                  <a:ext cx="3258745" cy="3778137"/>
                </a:xfrm>
                <a:prstGeom prst="rect">
                  <a:avLst/>
                </a:prstGeom>
              </p:spPr>
            </p:pic>
          </p:grpSp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F5CB6DA0-F61F-6AEA-2011-1F109CE8BBB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902120" y="3265714"/>
                <a:ext cx="4578749" cy="2534195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A348AAAD-5B3E-69ED-6CBD-2D11E4667563}"/>
                </a:ext>
              </a:extLst>
            </p:cNvPr>
            <p:cNvSpPr>
              <a:spLocks/>
            </p:cNvSpPr>
            <p:nvPr/>
          </p:nvSpPr>
          <p:spPr>
            <a:xfrm>
              <a:off x="7274380" y="2664470"/>
              <a:ext cx="3857625" cy="2257425"/>
            </a:xfrm>
            <a:prstGeom prst="rect">
              <a:avLst/>
            </a:prstGeom>
            <a:solidFill>
              <a:srgbClr val="EDEEE6"/>
            </a:solidFill>
            <a:ln>
              <a:solidFill>
                <a:srgbClr val="EDEEE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D01CEECA-A41A-EE0C-349E-E77EEE02FEB7}"/>
              </a:ext>
            </a:extLst>
          </p:cNvPr>
          <p:cNvCxnSpPr>
            <a:cxnSpLocks/>
          </p:cNvCxnSpPr>
          <p:nvPr/>
        </p:nvCxnSpPr>
        <p:spPr>
          <a:xfrm>
            <a:off x="-899886" y="1063870"/>
            <a:ext cx="6117981" cy="0"/>
          </a:xfrm>
          <a:prstGeom prst="line">
            <a:avLst/>
          </a:prstGeom>
          <a:ln w="571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그래픽 15" descr="비행기 단색으로 채워진">
            <a:extLst>
              <a:ext uri="{FF2B5EF4-FFF2-40B4-BE49-F238E27FC236}">
                <a16:creationId xmlns:a16="http://schemas.microsoft.com/office/drawing/2014/main" id="{9CD942F3-707A-BB85-4351-894634D20A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5400000">
            <a:off x="3937014" y="155395"/>
            <a:ext cx="914400" cy="914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4341DF2-2EE6-7493-5B4D-BBA34274E72C}"/>
              </a:ext>
            </a:extLst>
          </p:cNvPr>
          <p:cNvSpPr txBox="1"/>
          <p:nvPr/>
        </p:nvSpPr>
        <p:spPr>
          <a:xfrm>
            <a:off x="403448" y="258652"/>
            <a:ext cx="37214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프로젝트 개요</a:t>
            </a: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64E4A430-8E10-437B-E31B-C7FA43CBC892}"/>
              </a:ext>
            </a:extLst>
          </p:cNvPr>
          <p:cNvGrpSpPr/>
          <p:nvPr/>
        </p:nvGrpSpPr>
        <p:grpSpPr>
          <a:xfrm flipH="1">
            <a:off x="7038974" y="3188698"/>
            <a:ext cx="4924426" cy="3669302"/>
            <a:chOff x="-90530" y="-220081"/>
            <a:chExt cx="7551315" cy="7200091"/>
          </a:xfrm>
          <a:solidFill>
            <a:schemeClr val="accent3">
              <a:lumMod val="60000"/>
              <a:lumOff val="40000"/>
              <a:alpha val="77000"/>
            </a:schemeClr>
          </a:solidFill>
        </p:grpSpPr>
        <p:sp>
          <p:nvSpPr>
            <p:cNvPr id="41" name="자유형: 도형 40">
              <a:extLst>
                <a:ext uri="{FF2B5EF4-FFF2-40B4-BE49-F238E27FC236}">
                  <a16:creationId xmlns:a16="http://schemas.microsoft.com/office/drawing/2014/main" id="{4AEB42E0-574E-112F-9C1A-0503ABEAE626}"/>
                </a:ext>
              </a:extLst>
            </p:cNvPr>
            <p:cNvSpPr/>
            <p:nvPr/>
          </p:nvSpPr>
          <p:spPr>
            <a:xfrm flipH="1">
              <a:off x="2331160" y="3741709"/>
              <a:ext cx="2850182" cy="1043151"/>
            </a:xfrm>
            <a:custGeom>
              <a:avLst/>
              <a:gdLst>
                <a:gd name="csX0" fmla="*/ 998354 w 2850182"/>
                <a:gd name="csY0" fmla="*/ 1043151 h 1043151"/>
                <a:gd name="csX1" fmla="*/ 2813304 w 2850182"/>
                <a:gd name="csY1" fmla="*/ 614658 h 1043151"/>
                <a:gd name="csX2" fmla="*/ 2850182 w 2850182"/>
                <a:gd name="csY2" fmla="*/ 614658 h 1043151"/>
                <a:gd name="csX3" fmla="*/ 1175722 w 2850182"/>
                <a:gd name="csY3" fmla="*/ 16 h 1043151"/>
                <a:gd name="csX4" fmla="*/ 0 w 2850182"/>
                <a:gd name="csY4" fmla="*/ 257288 h 1043151"/>
                <a:gd name="csX5" fmla="*/ 998354 w 2850182"/>
                <a:gd name="csY5" fmla="*/ 1043151 h 10431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2850182" h="1043151">
                  <a:moveTo>
                    <a:pt x="998354" y="1043151"/>
                  </a:moveTo>
                  <a:cubicBezTo>
                    <a:pt x="1558600" y="752452"/>
                    <a:pt x="2182199" y="605228"/>
                    <a:pt x="2813304" y="614658"/>
                  </a:cubicBezTo>
                  <a:lnTo>
                    <a:pt x="2850182" y="614658"/>
                  </a:lnTo>
                  <a:cubicBezTo>
                    <a:pt x="2374213" y="232272"/>
                    <a:pt x="1786053" y="16383"/>
                    <a:pt x="1175722" y="16"/>
                  </a:cubicBezTo>
                  <a:cubicBezTo>
                    <a:pt x="769699" y="-1362"/>
                    <a:pt x="368337" y="86461"/>
                    <a:pt x="0" y="257288"/>
                  </a:cubicBezTo>
                  <a:cubicBezTo>
                    <a:pt x="383791" y="446992"/>
                    <a:pt x="723820" y="714643"/>
                    <a:pt x="998354" y="1043151"/>
                  </a:cubicBezTo>
                  <a:close/>
                </a:path>
              </a:pathLst>
            </a:custGeom>
            <a:grpFill/>
            <a:ln w="87709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2" name="자유형: 도형 41">
              <a:extLst>
                <a:ext uri="{FF2B5EF4-FFF2-40B4-BE49-F238E27FC236}">
                  <a16:creationId xmlns:a16="http://schemas.microsoft.com/office/drawing/2014/main" id="{29399517-C93C-596A-4030-58270DF19498}"/>
                </a:ext>
              </a:extLst>
            </p:cNvPr>
            <p:cNvSpPr/>
            <p:nvPr/>
          </p:nvSpPr>
          <p:spPr>
            <a:xfrm flipH="1">
              <a:off x="4411284" y="3813376"/>
              <a:ext cx="3049501" cy="1964569"/>
            </a:xfrm>
            <a:custGeom>
              <a:avLst/>
              <a:gdLst>
                <a:gd name="csX0" fmla="*/ 659423 w 3049501"/>
                <a:gd name="csY0" fmla="*/ 1937350 h 1964569"/>
                <a:gd name="csX1" fmla="*/ 2837012 w 3049501"/>
                <a:gd name="csY1" fmla="*/ 1268268 h 1964569"/>
                <a:gd name="csX2" fmla="*/ 3049502 w 3049501"/>
                <a:gd name="csY2" fmla="*/ 1107584 h 1964569"/>
                <a:gd name="csX3" fmla="*/ 0 w 3049501"/>
                <a:gd name="csY3" fmla="*/ 5618 h 1964569"/>
                <a:gd name="csX4" fmla="*/ 0 w 3049501"/>
                <a:gd name="csY4" fmla="*/ 1964570 h 19645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049501" h="1964569">
                  <a:moveTo>
                    <a:pt x="659423" y="1937350"/>
                  </a:moveTo>
                  <a:cubicBezTo>
                    <a:pt x="2059051" y="1826714"/>
                    <a:pt x="2788718" y="1303391"/>
                    <a:pt x="2837012" y="1268268"/>
                  </a:cubicBezTo>
                  <a:cubicBezTo>
                    <a:pt x="2904657" y="1210615"/>
                    <a:pt x="2975605" y="1156965"/>
                    <a:pt x="3049502" y="1107584"/>
                  </a:cubicBezTo>
                  <a:cubicBezTo>
                    <a:pt x="1966854" y="-144530"/>
                    <a:pt x="0" y="5618"/>
                    <a:pt x="0" y="5618"/>
                  </a:cubicBezTo>
                  <a:lnTo>
                    <a:pt x="0" y="1964570"/>
                  </a:lnTo>
                  <a:close/>
                </a:path>
              </a:pathLst>
            </a:custGeom>
            <a:grpFill/>
            <a:ln w="87709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3" name="자유형: 도형 42">
              <a:extLst>
                <a:ext uri="{FF2B5EF4-FFF2-40B4-BE49-F238E27FC236}">
                  <a16:creationId xmlns:a16="http://schemas.microsoft.com/office/drawing/2014/main" id="{5DF99A6E-386E-D021-DE1B-38930A430988}"/>
                </a:ext>
              </a:extLst>
            </p:cNvPr>
            <p:cNvSpPr/>
            <p:nvPr/>
          </p:nvSpPr>
          <p:spPr>
            <a:xfrm flipH="1">
              <a:off x="-90530" y="-220081"/>
              <a:ext cx="7551315" cy="7200091"/>
            </a:xfrm>
            <a:custGeom>
              <a:avLst/>
              <a:gdLst>
                <a:gd name="csX0" fmla="*/ 7240482 w 7551315"/>
                <a:gd name="csY0" fmla="*/ 5567778 h 7200091"/>
                <a:gd name="csX1" fmla="*/ 7024479 w 7551315"/>
                <a:gd name="csY1" fmla="*/ 5392166 h 7200091"/>
                <a:gd name="csX2" fmla="*/ 7024479 w 7551315"/>
                <a:gd name="csY2" fmla="*/ 4363958 h 7200091"/>
                <a:gd name="csX3" fmla="*/ 7507412 w 7551315"/>
                <a:gd name="csY3" fmla="*/ 3661510 h 7200091"/>
                <a:gd name="csX4" fmla="*/ 6848867 w 7551315"/>
                <a:gd name="csY4" fmla="*/ 2240809 h 7200091"/>
                <a:gd name="csX5" fmla="*/ 6190323 w 7551315"/>
                <a:gd name="csY5" fmla="*/ 3661510 h 7200091"/>
                <a:gd name="csX6" fmla="*/ 6673255 w 7551315"/>
                <a:gd name="csY6" fmla="*/ 4363958 h 7200091"/>
                <a:gd name="csX7" fmla="*/ 6673255 w 7551315"/>
                <a:gd name="csY7" fmla="*/ 5187578 h 7200091"/>
                <a:gd name="csX8" fmla="*/ 5619584 w 7551315"/>
                <a:gd name="csY8" fmla="*/ 4875867 h 7200091"/>
                <a:gd name="csX9" fmla="*/ 5619584 w 7551315"/>
                <a:gd name="csY9" fmla="*/ 3139942 h 7200091"/>
                <a:gd name="csX10" fmla="*/ 6334324 w 7551315"/>
                <a:gd name="csY10" fmla="*/ 2064319 h 7200091"/>
                <a:gd name="csX11" fmla="*/ 5443972 w 7551315"/>
                <a:gd name="csY11" fmla="*/ 0 h 7200091"/>
                <a:gd name="csX12" fmla="*/ 4553619 w 7551315"/>
                <a:gd name="csY12" fmla="*/ 2064319 h 7200091"/>
                <a:gd name="csX13" fmla="*/ 5268360 w 7551315"/>
                <a:gd name="csY13" fmla="*/ 3139942 h 7200091"/>
                <a:gd name="csX14" fmla="*/ 5268360 w 7551315"/>
                <a:gd name="csY14" fmla="*/ 4844257 h 7200091"/>
                <a:gd name="csX15" fmla="*/ 5092748 w 7551315"/>
                <a:gd name="csY15" fmla="*/ 4839866 h 7200091"/>
                <a:gd name="csX16" fmla="*/ 3006477 w 7551315"/>
                <a:gd name="csY16" fmla="*/ 5509826 h 7200091"/>
                <a:gd name="csX17" fmla="*/ 678740 w 7551315"/>
                <a:gd name="csY17" fmla="*/ 6235981 h 7200091"/>
                <a:gd name="csX18" fmla="*/ 0 w 7551315"/>
                <a:gd name="csY18" fmla="*/ 6234226 h 7200091"/>
                <a:gd name="csX19" fmla="*/ 0 w 7551315"/>
                <a:gd name="csY19" fmla="*/ 7200091 h 7200091"/>
                <a:gd name="csX20" fmla="*/ 7551315 w 7551315"/>
                <a:gd name="csY20" fmla="*/ 7200091 h 7200091"/>
                <a:gd name="csX21" fmla="*/ 7551315 w 7551315"/>
                <a:gd name="csY21" fmla="*/ 5813635 h 72000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7551315" h="7200091">
                  <a:moveTo>
                    <a:pt x="7240482" y="5567778"/>
                  </a:moveTo>
                  <a:cubicBezTo>
                    <a:pt x="7172599" y="5504356"/>
                    <a:pt x="7100423" y="5445675"/>
                    <a:pt x="7024479" y="5392166"/>
                  </a:cubicBezTo>
                  <a:lnTo>
                    <a:pt x="7024479" y="4363958"/>
                  </a:lnTo>
                  <a:cubicBezTo>
                    <a:pt x="7322019" y="4260970"/>
                    <a:pt x="7517800" y="3976198"/>
                    <a:pt x="7507412" y="3661510"/>
                  </a:cubicBezTo>
                  <a:cubicBezTo>
                    <a:pt x="7507412" y="3222480"/>
                    <a:pt x="6991113" y="2240809"/>
                    <a:pt x="6848867" y="2240809"/>
                  </a:cubicBezTo>
                  <a:cubicBezTo>
                    <a:pt x="6706621" y="2240809"/>
                    <a:pt x="6190323" y="3225992"/>
                    <a:pt x="6190323" y="3661510"/>
                  </a:cubicBezTo>
                  <a:cubicBezTo>
                    <a:pt x="6179935" y="3976198"/>
                    <a:pt x="6375716" y="4260970"/>
                    <a:pt x="6673255" y="4363958"/>
                  </a:cubicBezTo>
                  <a:lnTo>
                    <a:pt x="6673255" y="5187578"/>
                  </a:lnTo>
                  <a:cubicBezTo>
                    <a:pt x="6340840" y="5028316"/>
                    <a:pt x="5985146" y="4923089"/>
                    <a:pt x="5619584" y="4875867"/>
                  </a:cubicBezTo>
                  <a:lnTo>
                    <a:pt x="5619584" y="3139942"/>
                  </a:lnTo>
                  <a:cubicBezTo>
                    <a:pt x="6027003" y="3052136"/>
                    <a:pt x="6334324" y="2639448"/>
                    <a:pt x="6334324" y="2064319"/>
                  </a:cubicBezTo>
                  <a:cubicBezTo>
                    <a:pt x="6334324" y="1409286"/>
                    <a:pt x="5657340" y="0"/>
                    <a:pt x="5443972" y="0"/>
                  </a:cubicBezTo>
                  <a:cubicBezTo>
                    <a:pt x="5230603" y="0"/>
                    <a:pt x="4553619" y="1409286"/>
                    <a:pt x="4553619" y="2064319"/>
                  </a:cubicBezTo>
                  <a:cubicBezTo>
                    <a:pt x="4553619" y="2639448"/>
                    <a:pt x="4860940" y="3048624"/>
                    <a:pt x="5268360" y="3139942"/>
                  </a:cubicBezTo>
                  <a:lnTo>
                    <a:pt x="5268360" y="4844257"/>
                  </a:lnTo>
                  <a:cubicBezTo>
                    <a:pt x="5208652" y="4844257"/>
                    <a:pt x="5148943" y="4839866"/>
                    <a:pt x="5092748" y="4839866"/>
                  </a:cubicBezTo>
                  <a:cubicBezTo>
                    <a:pt x="4269127" y="4839866"/>
                    <a:pt x="3506971" y="5084845"/>
                    <a:pt x="3006477" y="5509826"/>
                  </a:cubicBezTo>
                  <a:cubicBezTo>
                    <a:pt x="2997697" y="5515972"/>
                    <a:pt x="2225882" y="6115688"/>
                    <a:pt x="678740" y="6235981"/>
                  </a:cubicBezTo>
                  <a:lnTo>
                    <a:pt x="0" y="6234226"/>
                  </a:lnTo>
                  <a:lnTo>
                    <a:pt x="0" y="7200091"/>
                  </a:lnTo>
                  <a:lnTo>
                    <a:pt x="7551315" y="7200091"/>
                  </a:lnTo>
                  <a:lnTo>
                    <a:pt x="7551315" y="5813635"/>
                  </a:lnTo>
                  <a:close/>
                </a:path>
              </a:pathLst>
            </a:custGeom>
            <a:grpFill/>
            <a:ln w="87709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422EACF4-92FB-1F7E-2881-57CA5AF6F98E}"/>
              </a:ext>
            </a:extLst>
          </p:cNvPr>
          <p:cNvSpPr txBox="1">
            <a:spLocks/>
          </p:cNvSpPr>
          <p:nvPr/>
        </p:nvSpPr>
        <p:spPr>
          <a:xfrm>
            <a:off x="452953" y="2486096"/>
            <a:ext cx="4578748" cy="29472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ko-KR" dirty="0">
                <a:solidFill>
                  <a:srgbClr val="EDEEE6"/>
                </a:solidFill>
              </a:rPr>
              <a:t>최근 여행 서비스는 단순 예약 기능을 넘어,</a:t>
            </a:r>
            <a:r>
              <a:rPr lang="en-US" altLang="ko-KR" dirty="0">
                <a:solidFill>
                  <a:srgbClr val="EDEEE6"/>
                </a:solidFill>
              </a:rPr>
              <a:t> </a:t>
            </a:r>
            <a:br>
              <a:rPr lang="ko-KR" altLang="ko-KR" dirty="0">
                <a:solidFill>
                  <a:srgbClr val="EDEEE6"/>
                </a:solidFill>
              </a:rPr>
            </a:br>
            <a:r>
              <a:rPr lang="ko-KR" altLang="ko-KR" dirty="0">
                <a:solidFill>
                  <a:srgbClr val="EDEEE6"/>
                </a:solidFill>
              </a:rPr>
              <a:t>예약 이후 일정 관리와 개인 맞춤형 관리</a:t>
            </a:r>
            <a:r>
              <a:rPr lang="en-US" altLang="ko-KR" dirty="0">
                <a:solidFill>
                  <a:srgbClr val="EDEEE6"/>
                </a:solidFill>
              </a:rPr>
              <a:t> </a:t>
            </a:r>
            <a:r>
              <a:rPr lang="ko-KR" altLang="ko-KR" dirty="0">
                <a:solidFill>
                  <a:srgbClr val="EDEEE6"/>
                </a:solidFill>
              </a:rPr>
              <a:t>기능의 중요성이 증가하고 있습니다.</a:t>
            </a:r>
          </a:p>
          <a:p>
            <a:pPr>
              <a:lnSpc>
                <a:spcPct val="150000"/>
              </a:lnSpc>
            </a:pPr>
            <a:r>
              <a:rPr lang="en-US" altLang="ko-KR" b="1" u="sng" dirty="0">
                <a:solidFill>
                  <a:srgbClr val="EDEEE6"/>
                </a:solidFill>
              </a:rPr>
              <a:t>TripRoad</a:t>
            </a:r>
            <a:r>
              <a:rPr lang="ko-KR" altLang="en-US" dirty="0">
                <a:solidFill>
                  <a:srgbClr val="EDEEE6"/>
                </a:solidFill>
              </a:rPr>
              <a:t>는</a:t>
            </a:r>
            <a:r>
              <a:rPr lang="ko-KR" altLang="ko-KR" dirty="0">
                <a:solidFill>
                  <a:srgbClr val="EDEEE6"/>
                </a:solidFill>
              </a:rPr>
              <a:t> </a:t>
            </a:r>
            <a:r>
              <a:rPr lang="ko-KR" altLang="ko-KR" u="sng" dirty="0">
                <a:solidFill>
                  <a:srgbClr val="FFC000"/>
                </a:solidFill>
              </a:rPr>
              <a:t>여행 상품 탐색부터 예약,</a:t>
            </a:r>
            <a:endParaRPr lang="en-US" altLang="ko-KR" u="sng" dirty="0">
              <a:solidFill>
                <a:srgbClr val="FFC000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ko-KR" u="sng" dirty="0">
                <a:solidFill>
                  <a:srgbClr val="FFC000"/>
                </a:solidFill>
              </a:rPr>
              <a:t>결제, 여행 준비 및 후기 관리까지 하나의 서비스에서 제공</a:t>
            </a:r>
            <a:r>
              <a:rPr lang="ko-KR" altLang="ko-KR" u="sng" dirty="0">
                <a:solidFill>
                  <a:schemeClr val="bg1"/>
                </a:solidFill>
              </a:rPr>
              <a:t>하는</a:t>
            </a:r>
            <a:r>
              <a:rPr lang="ko-KR" altLang="ko-KR" b="1" u="sng" dirty="0">
                <a:solidFill>
                  <a:srgbClr val="FFFFFF"/>
                </a:solidFill>
              </a:rPr>
              <a:t> </a:t>
            </a:r>
            <a:r>
              <a:rPr lang="ko-KR" altLang="ko-KR" b="1" u="sng" dirty="0">
                <a:solidFill>
                  <a:srgbClr val="EDEEE6"/>
                </a:solidFill>
              </a:rPr>
              <a:t>것</a:t>
            </a:r>
            <a:r>
              <a:rPr lang="ko-KR" altLang="ko-KR" u="sng" dirty="0">
                <a:solidFill>
                  <a:srgbClr val="EDEEE6"/>
                </a:solidFill>
              </a:rPr>
              <a:t>을 </a:t>
            </a:r>
            <a:r>
              <a:rPr lang="ko-KR" altLang="ko-KR" dirty="0">
                <a:solidFill>
                  <a:srgbClr val="EDEEE6"/>
                </a:solidFill>
              </a:rPr>
              <a:t>목표로 개발하였습니다.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B78BA8-6027-2DFD-699A-F209BF68F984}"/>
              </a:ext>
            </a:extLst>
          </p:cNvPr>
          <p:cNvSpPr txBox="1"/>
          <p:nvPr/>
        </p:nvSpPr>
        <p:spPr>
          <a:xfrm>
            <a:off x="443428" y="1447688"/>
            <a:ext cx="2447925" cy="400110"/>
          </a:xfrm>
          <a:prstGeom prst="rect">
            <a:avLst/>
          </a:prstGeom>
          <a:solidFill>
            <a:srgbClr val="EDEEE6"/>
          </a:solidFill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solidFill>
                  <a:srgbClr val="81875A"/>
                </a:solidFill>
              </a:rPr>
              <a:t>프로젝트 기획 의도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21DEB57-6C46-113E-FD7B-7C68A3C57E63}"/>
              </a:ext>
            </a:extLst>
          </p:cNvPr>
          <p:cNvSpPr txBox="1"/>
          <p:nvPr/>
        </p:nvSpPr>
        <p:spPr>
          <a:xfrm>
            <a:off x="403448" y="2018924"/>
            <a:ext cx="48644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1400" b="1" dirty="0">
                <a:solidFill>
                  <a:srgbClr val="EDEEE6"/>
                </a:solidFill>
              </a:rPr>
              <a:t>"여행의 시작부터 마무리까지 함께하는 통합 여행 플랫폼"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F608AED-4251-EB14-1909-05EF22DEBF80}"/>
              </a:ext>
            </a:extLst>
          </p:cNvPr>
          <p:cNvSpPr txBox="1"/>
          <p:nvPr/>
        </p:nvSpPr>
        <p:spPr>
          <a:xfrm>
            <a:off x="7441862" y="1447688"/>
            <a:ext cx="1832935" cy="400110"/>
          </a:xfrm>
          <a:prstGeom prst="rect">
            <a:avLst/>
          </a:prstGeom>
          <a:solidFill>
            <a:srgbClr val="81875A"/>
          </a:solidFill>
        </p:spPr>
        <p:txBody>
          <a:bodyPr wrap="square" rtlCol="0">
            <a:spAutoFit/>
          </a:bodyPr>
          <a:lstStyle/>
          <a:p>
            <a:r>
              <a:rPr lang="ko-KR" altLang="en-US" sz="2000" b="1">
                <a:solidFill>
                  <a:srgbClr val="EDEEE6"/>
                </a:solidFill>
              </a:rPr>
              <a:t>프로젝트 내용</a:t>
            </a:r>
            <a:endParaRPr lang="ko-KR" altLang="en-US" sz="2000" b="1" dirty="0">
              <a:solidFill>
                <a:srgbClr val="EDEEE6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EB5D408-AA22-50EE-D1CC-9EA043591C33}"/>
              </a:ext>
            </a:extLst>
          </p:cNvPr>
          <p:cNvSpPr txBox="1"/>
          <p:nvPr/>
        </p:nvSpPr>
        <p:spPr>
          <a:xfrm>
            <a:off x="7401882" y="2018924"/>
            <a:ext cx="29968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rgbClr val="81875A"/>
                </a:solidFill>
              </a:rPr>
              <a:t>국내 패키지 여행 예약 서비스 구현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A42D40FC-4F63-BA91-0D69-072EAD960655}"/>
              </a:ext>
            </a:extLst>
          </p:cNvPr>
          <p:cNvSpPr/>
          <p:nvPr/>
        </p:nvSpPr>
        <p:spPr>
          <a:xfrm>
            <a:off x="7475427" y="2617212"/>
            <a:ext cx="286711" cy="260153"/>
          </a:xfrm>
          <a:prstGeom prst="rect">
            <a:avLst/>
          </a:prstGeom>
          <a:noFill/>
          <a:ln w="12700">
            <a:solidFill>
              <a:srgbClr val="8187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E948CF13-F962-C2B6-8D69-3026D9346BAB}"/>
              </a:ext>
            </a:extLst>
          </p:cNvPr>
          <p:cNvSpPr/>
          <p:nvPr/>
        </p:nvSpPr>
        <p:spPr>
          <a:xfrm>
            <a:off x="7475426" y="3024060"/>
            <a:ext cx="286711" cy="260153"/>
          </a:xfrm>
          <a:prstGeom prst="rect">
            <a:avLst/>
          </a:prstGeom>
          <a:noFill/>
          <a:ln w="12700">
            <a:solidFill>
              <a:srgbClr val="8187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DFE0303-4328-BDFF-0136-876663F38BC0}"/>
              </a:ext>
            </a:extLst>
          </p:cNvPr>
          <p:cNvSpPr/>
          <p:nvPr/>
        </p:nvSpPr>
        <p:spPr>
          <a:xfrm>
            <a:off x="7475426" y="3432495"/>
            <a:ext cx="286711" cy="260153"/>
          </a:xfrm>
          <a:prstGeom prst="rect">
            <a:avLst/>
          </a:prstGeom>
          <a:noFill/>
          <a:ln w="12700">
            <a:solidFill>
              <a:srgbClr val="8187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F6F6AE72-1DFC-5239-C18B-943F870B9055}"/>
              </a:ext>
            </a:extLst>
          </p:cNvPr>
          <p:cNvSpPr/>
          <p:nvPr/>
        </p:nvSpPr>
        <p:spPr>
          <a:xfrm>
            <a:off x="7481775" y="3846884"/>
            <a:ext cx="286711" cy="260153"/>
          </a:xfrm>
          <a:prstGeom prst="rect">
            <a:avLst/>
          </a:prstGeom>
          <a:noFill/>
          <a:ln w="12700">
            <a:solidFill>
              <a:srgbClr val="8187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09535D3-85A4-8606-094B-1BA0E02D0B61}"/>
              </a:ext>
            </a:extLst>
          </p:cNvPr>
          <p:cNvSpPr/>
          <p:nvPr/>
        </p:nvSpPr>
        <p:spPr>
          <a:xfrm>
            <a:off x="7492208" y="4258495"/>
            <a:ext cx="286711" cy="260153"/>
          </a:xfrm>
          <a:prstGeom prst="rect">
            <a:avLst/>
          </a:prstGeom>
          <a:noFill/>
          <a:ln w="12700">
            <a:solidFill>
              <a:srgbClr val="8187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FD7CA5B4-BD44-FF0E-AE13-536C998A0265}"/>
              </a:ext>
            </a:extLst>
          </p:cNvPr>
          <p:cNvSpPr/>
          <p:nvPr/>
        </p:nvSpPr>
        <p:spPr>
          <a:xfrm>
            <a:off x="7492207" y="4672884"/>
            <a:ext cx="286711" cy="260153"/>
          </a:xfrm>
          <a:prstGeom prst="rect">
            <a:avLst/>
          </a:prstGeom>
          <a:noFill/>
          <a:ln w="12700">
            <a:solidFill>
              <a:srgbClr val="8187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40AFBA36-4F3E-451F-A08D-D6BC7D025E49}"/>
              </a:ext>
            </a:extLst>
          </p:cNvPr>
          <p:cNvSpPr/>
          <p:nvPr/>
        </p:nvSpPr>
        <p:spPr>
          <a:xfrm>
            <a:off x="7498383" y="5080942"/>
            <a:ext cx="286711" cy="260153"/>
          </a:xfrm>
          <a:prstGeom prst="rect">
            <a:avLst/>
          </a:prstGeom>
          <a:noFill/>
          <a:ln w="12700">
            <a:solidFill>
              <a:srgbClr val="8187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0325D1B-8A85-AA49-B216-608127859DB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441863" y="2486096"/>
            <a:ext cx="4008716" cy="2948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ko-KR" u="sng" dirty="0">
                <a:solidFill>
                  <a:srgbClr val="81875A"/>
                </a:solidFill>
              </a:rPr>
              <a:t>✔ 지역 및 테마 기반 여행 상품 조회</a:t>
            </a:r>
            <a:br>
              <a:rPr lang="ko-KR" altLang="ko-KR" u="sng" dirty="0">
                <a:solidFill>
                  <a:srgbClr val="81875A"/>
                </a:solidFill>
              </a:rPr>
            </a:br>
            <a:r>
              <a:rPr lang="ko-KR" altLang="ko-KR" u="sng" dirty="0">
                <a:solidFill>
                  <a:srgbClr val="81875A"/>
                </a:solidFill>
              </a:rPr>
              <a:t>✔ 상품 상세 일정 확인 및 예약/결제</a:t>
            </a:r>
            <a:br>
              <a:rPr lang="ko-KR" altLang="ko-KR" u="sng" dirty="0">
                <a:solidFill>
                  <a:srgbClr val="81875A"/>
                </a:solidFill>
              </a:rPr>
            </a:br>
            <a:r>
              <a:rPr lang="ko-KR" altLang="ko-KR" u="sng" dirty="0">
                <a:solidFill>
                  <a:srgbClr val="81875A"/>
                </a:solidFill>
              </a:rPr>
              <a:t>✔ 여행 후기 및 문의 게시판 제공</a:t>
            </a:r>
            <a:br>
              <a:rPr lang="ko-KR" altLang="ko-KR" u="sng" dirty="0">
                <a:solidFill>
                  <a:srgbClr val="81875A"/>
                </a:solidFill>
              </a:rPr>
            </a:br>
            <a:r>
              <a:rPr lang="ko-KR" altLang="ko-KR" u="sng" dirty="0">
                <a:solidFill>
                  <a:srgbClr val="81875A"/>
                </a:solidFill>
              </a:rPr>
              <a:t>✔ 예약 일정 캘린더 관리</a:t>
            </a:r>
            <a:br>
              <a:rPr lang="ko-KR" altLang="ko-KR" u="sng" dirty="0">
                <a:solidFill>
                  <a:srgbClr val="81875A"/>
                </a:solidFill>
              </a:rPr>
            </a:br>
            <a:r>
              <a:rPr lang="ko-KR" altLang="ko-KR" u="sng" dirty="0">
                <a:solidFill>
                  <a:srgbClr val="81875A"/>
                </a:solidFill>
              </a:rPr>
              <a:t>✔ 여행 준비 체크리스트 제공</a:t>
            </a:r>
            <a:br>
              <a:rPr lang="ko-KR" altLang="ko-KR" u="sng" dirty="0">
                <a:solidFill>
                  <a:srgbClr val="81875A"/>
                </a:solidFill>
              </a:rPr>
            </a:br>
            <a:r>
              <a:rPr lang="ko-KR" altLang="ko-KR" u="sng" dirty="0">
                <a:solidFill>
                  <a:srgbClr val="81875A"/>
                </a:solidFill>
              </a:rPr>
              <a:t>✔ </a:t>
            </a:r>
            <a:r>
              <a:rPr lang="ko-KR" altLang="ko-KR" u="sng" dirty="0" err="1">
                <a:solidFill>
                  <a:srgbClr val="81875A"/>
                </a:solidFill>
              </a:rPr>
              <a:t>찜목록</a:t>
            </a:r>
            <a:r>
              <a:rPr lang="ko-KR" altLang="ko-KR" u="sng" dirty="0">
                <a:solidFill>
                  <a:srgbClr val="81875A"/>
                </a:solidFill>
              </a:rPr>
              <a:t> 및 회원 정보 관리</a:t>
            </a:r>
            <a:br>
              <a:rPr lang="ko-KR" altLang="ko-KR" u="sng" dirty="0">
                <a:solidFill>
                  <a:srgbClr val="81875A"/>
                </a:solidFill>
              </a:rPr>
            </a:br>
            <a:r>
              <a:rPr lang="ko-KR" altLang="ko-KR" u="sng" dirty="0">
                <a:solidFill>
                  <a:srgbClr val="81875A"/>
                </a:solidFill>
              </a:rPr>
              <a:t>✔ 관리자 </a:t>
            </a:r>
            <a:r>
              <a:rPr lang="ko-KR" altLang="ko-KR" u="sng" dirty="0" err="1">
                <a:solidFill>
                  <a:srgbClr val="81875A"/>
                </a:solidFill>
              </a:rPr>
              <a:t>상품·예약·문의</a:t>
            </a:r>
            <a:r>
              <a:rPr lang="ko-KR" altLang="ko-KR" u="sng" dirty="0">
                <a:solidFill>
                  <a:srgbClr val="81875A"/>
                </a:solidFill>
              </a:rPr>
              <a:t> 관리</a:t>
            </a:r>
          </a:p>
        </p:txBody>
      </p:sp>
    </p:spTree>
    <p:extLst>
      <p:ext uri="{BB962C8B-B14F-4D97-AF65-F5344CB8AC3E}">
        <p14:creationId xmlns:p14="http://schemas.microsoft.com/office/powerpoint/2010/main" val="3094126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Box 37">
            <a:extLst>
              <a:ext uri="{FF2B5EF4-FFF2-40B4-BE49-F238E27FC236}">
                <a16:creationId xmlns:a16="http://schemas.microsoft.com/office/drawing/2014/main" id="{8EA93C35-F8FB-EC78-67A0-C5D7BD3220A4}"/>
              </a:ext>
            </a:extLst>
          </p:cNvPr>
          <p:cNvSpPr txBox="1"/>
          <p:nvPr/>
        </p:nvSpPr>
        <p:spPr>
          <a:xfrm>
            <a:off x="8209874" y="4383952"/>
            <a:ext cx="2031446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b="1" dirty="0"/>
              <a:t>마이페이지</a:t>
            </a:r>
            <a:endParaRPr lang="en-US" altLang="ko-KR" b="1" dirty="0"/>
          </a:p>
          <a:p>
            <a:endParaRPr lang="ko-KR" altLang="ko-KR" sz="1600" b="1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ko-KR" sz="1600" dirty="0"/>
              <a:t>예약 내역, 여행 캘린더, 체크리스트, </a:t>
            </a:r>
            <a:r>
              <a:rPr lang="ko-KR" altLang="ko-KR" sz="1600" dirty="0" err="1"/>
              <a:t>찜목록</a:t>
            </a:r>
            <a:r>
              <a:rPr lang="ko-KR" altLang="ko-KR" sz="1600" dirty="0"/>
              <a:t> 관리</a:t>
            </a:r>
            <a:endParaRPr lang="en-US" altLang="ko-KR" sz="16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ko-KR" sz="1600" dirty="0"/>
              <a:t>후기 작성 및 회원 정보 수정 기능 구현</a:t>
            </a:r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4C3C2F02-6D41-DDFE-C8AF-EA5305259049}"/>
              </a:ext>
            </a:extLst>
          </p:cNvPr>
          <p:cNvGrpSpPr/>
          <p:nvPr/>
        </p:nvGrpSpPr>
        <p:grpSpPr>
          <a:xfrm>
            <a:off x="7854558" y="4123795"/>
            <a:ext cx="3607192" cy="2549946"/>
            <a:chOff x="389160" y="1149927"/>
            <a:chExt cx="3505325" cy="2549946"/>
          </a:xfrm>
          <a:solidFill>
            <a:schemeClr val="accent3">
              <a:lumMod val="60000"/>
              <a:lumOff val="40000"/>
            </a:schemeClr>
          </a:solidFill>
        </p:grpSpPr>
        <p:grpSp>
          <p:nvGrpSpPr>
            <p:cNvPr id="4" name="그래픽 2" descr="티켓 윤곽선">
              <a:extLst>
                <a:ext uri="{FF2B5EF4-FFF2-40B4-BE49-F238E27FC236}">
                  <a16:creationId xmlns:a16="http://schemas.microsoft.com/office/drawing/2014/main" id="{3A802AAF-0314-6609-41A6-0E0F937BE04E}"/>
                </a:ext>
              </a:extLst>
            </p:cNvPr>
            <p:cNvGrpSpPr/>
            <p:nvPr/>
          </p:nvGrpSpPr>
          <p:grpSpPr>
            <a:xfrm>
              <a:off x="389160" y="1149927"/>
              <a:ext cx="3505325" cy="2549946"/>
              <a:chOff x="575092" y="1464037"/>
              <a:chExt cx="3751606" cy="2104553"/>
            </a:xfrm>
            <a:grpFill/>
          </p:grpSpPr>
          <p:sp>
            <p:nvSpPr>
              <p:cNvPr id="5" name="자유형: 도형 4">
                <a:extLst>
                  <a:ext uri="{FF2B5EF4-FFF2-40B4-BE49-F238E27FC236}">
                    <a16:creationId xmlns:a16="http://schemas.microsoft.com/office/drawing/2014/main" id="{B5457C83-E51B-7151-8305-A720B96BA85E}"/>
                  </a:ext>
                </a:extLst>
              </p:cNvPr>
              <p:cNvSpPr/>
              <p:nvPr/>
            </p:nvSpPr>
            <p:spPr>
              <a:xfrm>
                <a:off x="575092" y="1464037"/>
                <a:ext cx="3751606" cy="2104553"/>
              </a:xfrm>
              <a:custGeom>
                <a:avLst/>
                <a:gdLst>
                  <a:gd name="csX0" fmla="*/ 3705850 w 3751600"/>
                  <a:gd name="csY0" fmla="*/ 732020 h 2104556"/>
                  <a:gd name="csX1" fmla="*/ 3751601 w 3751600"/>
                  <a:gd name="csY1" fmla="*/ 732020 h 2104556"/>
                  <a:gd name="csX2" fmla="*/ 3751601 w 3751600"/>
                  <a:gd name="csY2" fmla="*/ 0 h 2104556"/>
                  <a:gd name="csX3" fmla="*/ 0 w 3751600"/>
                  <a:gd name="csY3" fmla="*/ 0 h 2104556"/>
                  <a:gd name="csX4" fmla="*/ 0 w 3751600"/>
                  <a:gd name="csY4" fmla="*/ 732020 h 2104556"/>
                  <a:gd name="csX5" fmla="*/ 45751 w 3751600"/>
                  <a:gd name="csY5" fmla="*/ 732020 h 2104556"/>
                  <a:gd name="csX6" fmla="*/ 377448 w 3751600"/>
                  <a:gd name="csY6" fmla="*/ 1063716 h 2104556"/>
                  <a:gd name="csX7" fmla="*/ 45751 w 3751600"/>
                  <a:gd name="csY7" fmla="*/ 1395413 h 2104556"/>
                  <a:gd name="csX8" fmla="*/ 0 w 3751600"/>
                  <a:gd name="csY8" fmla="*/ 1395413 h 2104556"/>
                  <a:gd name="csX9" fmla="*/ 0 w 3751600"/>
                  <a:gd name="csY9" fmla="*/ 2104557 h 2104556"/>
                  <a:gd name="csX10" fmla="*/ 3751601 w 3751600"/>
                  <a:gd name="csY10" fmla="*/ 2104557 h 2104556"/>
                  <a:gd name="csX11" fmla="*/ 3751601 w 3751600"/>
                  <a:gd name="csY11" fmla="*/ 1395413 h 2104556"/>
                  <a:gd name="csX12" fmla="*/ 3705850 w 3751600"/>
                  <a:gd name="csY12" fmla="*/ 1395413 h 2104556"/>
                  <a:gd name="csX13" fmla="*/ 3374153 w 3751600"/>
                  <a:gd name="csY13" fmla="*/ 1063716 h 2104556"/>
                  <a:gd name="csX14" fmla="*/ 3705850 w 3751600"/>
                  <a:gd name="csY14" fmla="*/ 732020 h 2104556"/>
                  <a:gd name="csX15" fmla="*/ 3282651 w 3751600"/>
                  <a:gd name="csY15" fmla="*/ 1063716 h 2104556"/>
                  <a:gd name="csX16" fmla="*/ 3660098 w 3751600"/>
                  <a:gd name="csY16" fmla="*/ 1484627 h 2104556"/>
                  <a:gd name="csX17" fmla="*/ 3660098 w 3751600"/>
                  <a:gd name="csY17" fmla="*/ 2013054 h 2104556"/>
                  <a:gd name="csX18" fmla="*/ 2882328 w 3751600"/>
                  <a:gd name="csY18" fmla="*/ 2013054 h 2104556"/>
                  <a:gd name="csX19" fmla="*/ 2882328 w 3751600"/>
                  <a:gd name="csY19" fmla="*/ 1830049 h 2104556"/>
                  <a:gd name="csX20" fmla="*/ 2790825 w 3751600"/>
                  <a:gd name="csY20" fmla="*/ 1830049 h 2104556"/>
                  <a:gd name="csX21" fmla="*/ 2790825 w 3751600"/>
                  <a:gd name="csY21" fmla="*/ 2013054 h 2104556"/>
                  <a:gd name="csX22" fmla="*/ 91502 w 3751600"/>
                  <a:gd name="csY22" fmla="*/ 2013054 h 2104556"/>
                  <a:gd name="csX23" fmla="*/ 91502 w 3751600"/>
                  <a:gd name="csY23" fmla="*/ 1484444 h 2104556"/>
                  <a:gd name="csX24" fmla="*/ 466571 w 3751600"/>
                  <a:gd name="csY24" fmla="*/ 1018056 h 2104556"/>
                  <a:gd name="csX25" fmla="*/ 91502 w 3751600"/>
                  <a:gd name="csY25" fmla="*/ 642988 h 2104556"/>
                  <a:gd name="csX26" fmla="*/ 91502 w 3751600"/>
                  <a:gd name="csY26" fmla="*/ 91502 h 2104556"/>
                  <a:gd name="csX27" fmla="*/ 2790825 w 3751600"/>
                  <a:gd name="csY27" fmla="*/ 91502 h 2104556"/>
                  <a:gd name="csX28" fmla="*/ 2790825 w 3751600"/>
                  <a:gd name="csY28" fmla="*/ 274507 h 2104556"/>
                  <a:gd name="csX29" fmla="*/ 2882328 w 3751600"/>
                  <a:gd name="csY29" fmla="*/ 274507 h 2104556"/>
                  <a:gd name="csX30" fmla="*/ 2882328 w 3751600"/>
                  <a:gd name="csY30" fmla="*/ 91502 h 2104556"/>
                  <a:gd name="csX31" fmla="*/ 3660098 w 3751600"/>
                  <a:gd name="csY31" fmla="*/ 91502 h 2104556"/>
                  <a:gd name="csX32" fmla="*/ 3660098 w 3751600"/>
                  <a:gd name="csY32" fmla="*/ 642988 h 2104556"/>
                  <a:gd name="csX33" fmla="*/ 3282651 w 3751600"/>
                  <a:gd name="csY33" fmla="*/ 1063716 h 21045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</a:cxnLst>
                <a:rect l="l" t="t" r="r" b="b"/>
                <a:pathLst>
                  <a:path w="3751600" h="2104556">
                    <a:moveTo>
                      <a:pt x="3705850" y="732020"/>
                    </a:moveTo>
                    <a:lnTo>
                      <a:pt x="3751601" y="732020"/>
                    </a:lnTo>
                    <a:lnTo>
                      <a:pt x="3751601" y="0"/>
                    </a:lnTo>
                    <a:lnTo>
                      <a:pt x="0" y="0"/>
                    </a:lnTo>
                    <a:lnTo>
                      <a:pt x="0" y="732020"/>
                    </a:lnTo>
                    <a:lnTo>
                      <a:pt x="45751" y="732020"/>
                    </a:lnTo>
                    <a:cubicBezTo>
                      <a:pt x="228944" y="732020"/>
                      <a:pt x="377448" y="880524"/>
                      <a:pt x="377448" y="1063716"/>
                    </a:cubicBezTo>
                    <a:cubicBezTo>
                      <a:pt x="377448" y="1246909"/>
                      <a:pt x="228944" y="1395413"/>
                      <a:pt x="45751" y="1395413"/>
                    </a:cubicBezTo>
                    <a:lnTo>
                      <a:pt x="0" y="1395413"/>
                    </a:lnTo>
                    <a:lnTo>
                      <a:pt x="0" y="2104557"/>
                    </a:lnTo>
                    <a:lnTo>
                      <a:pt x="3751601" y="2104557"/>
                    </a:lnTo>
                    <a:lnTo>
                      <a:pt x="3751601" y="1395413"/>
                    </a:lnTo>
                    <a:lnTo>
                      <a:pt x="3705850" y="1395413"/>
                    </a:lnTo>
                    <a:cubicBezTo>
                      <a:pt x="3522657" y="1395413"/>
                      <a:pt x="3374153" y="1246909"/>
                      <a:pt x="3374153" y="1063716"/>
                    </a:cubicBezTo>
                    <a:cubicBezTo>
                      <a:pt x="3374153" y="880524"/>
                      <a:pt x="3522657" y="732020"/>
                      <a:pt x="3705850" y="732020"/>
                    </a:cubicBezTo>
                    <a:close/>
                    <a:moveTo>
                      <a:pt x="3282651" y="1063716"/>
                    </a:moveTo>
                    <a:cubicBezTo>
                      <a:pt x="3282825" y="1279703"/>
                      <a:pt x="3445406" y="1461006"/>
                      <a:pt x="3660098" y="1484627"/>
                    </a:cubicBezTo>
                    <a:lnTo>
                      <a:pt x="3660098" y="2013054"/>
                    </a:lnTo>
                    <a:lnTo>
                      <a:pt x="2882328" y="2013054"/>
                    </a:lnTo>
                    <a:lnTo>
                      <a:pt x="2882328" y="1830049"/>
                    </a:lnTo>
                    <a:lnTo>
                      <a:pt x="2790825" y="1830049"/>
                    </a:lnTo>
                    <a:lnTo>
                      <a:pt x="2790825" y="2013054"/>
                    </a:lnTo>
                    <a:lnTo>
                      <a:pt x="91502" y="2013054"/>
                    </a:lnTo>
                    <a:lnTo>
                      <a:pt x="91502" y="1484444"/>
                    </a:lnTo>
                    <a:cubicBezTo>
                      <a:pt x="323864" y="1459226"/>
                      <a:pt x="491789" y="1250418"/>
                      <a:pt x="466571" y="1018056"/>
                    </a:cubicBezTo>
                    <a:cubicBezTo>
                      <a:pt x="445127" y="820471"/>
                      <a:pt x="289084" y="664431"/>
                      <a:pt x="91502" y="642988"/>
                    </a:cubicBezTo>
                    <a:lnTo>
                      <a:pt x="91502" y="91502"/>
                    </a:lnTo>
                    <a:lnTo>
                      <a:pt x="2790825" y="91502"/>
                    </a:lnTo>
                    <a:lnTo>
                      <a:pt x="2790825" y="274507"/>
                    </a:lnTo>
                    <a:lnTo>
                      <a:pt x="2882328" y="274507"/>
                    </a:lnTo>
                    <a:lnTo>
                      <a:pt x="2882328" y="91502"/>
                    </a:lnTo>
                    <a:lnTo>
                      <a:pt x="3660098" y="91502"/>
                    </a:lnTo>
                    <a:lnTo>
                      <a:pt x="3660098" y="642988"/>
                    </a:lnTo>
                    <a:cubicBezTo>
                      <a:pt x="3445475" y="666600"/>
                      <a:pt x="3282916" y="847798"/>
                      <a:pt x="3282651" y="1063716"/>
                    </a:cubicBezTo>
                    <a:close/>
                  </a:path>
                </a:pathLst>
              </a:custGeom>
              <a:grpFill/>
              <a:ln w="4574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20B788BC-3F34-F46A-1ACA-8F986F12EBC8}"/>
                  </a:ext>
                </a:extLst>
              </p:cNvPr>
              <p:cNvSpPr/>
              <p:nvPr/>
            </p:nvSpPr>
            <p:spPr>
              <a:xfrm>
                <a:off x="3365935" y="1921548"/>
                <a:ext cx="91502" cy="274507"/>
              </a:xfrm>
              <a:prstGeom prst="rect">
                <a:avLst/>
              </a:prstGeom>
              <a:grpFill/>
              <a:ln w="4574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F9A4FC5D-1AC5-6DD7-F93E-6AA13079212D}"/>
                  </a:ext>
                </a:extLst>
              </p:cNvPr>
              <p:cNvSpPr/>
              <p:nvPr/>
            </p:nvSpPr>
            <p:spPr>
              <a:xfrm>
                <a:off x="3365930" y="2379060"/>
                <a:ext cx="91502" cy="274507"/>
              </a:xfrm>
              <a:prstGeom prst="rect">
                <a:avLst/>
              </a:prstGeom>
              <a:grpFill/>
              <a:ln w="4574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D9E27E56-829A-431C-6C51-0534E05BB1C3}"/>
                  </a:ext>
                </a:extLst>
              </p:cNvPr>
              <p:cNvSpPr/>
              <p:nvPr/>
            </p:nvSpPr>
            <p:spPr>
              <a:xfrm>
                <a:off x="3365917" y="2836576"/>
                <a:ext cx="91502" cy="274507"/>
              </a:xfrm>
              <a:prstGeom prst="rect">
                <a:avLst/>
              </a:prstGeom>
              <a:grpFill/>
              <a:ln w="4574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AD85F1FA-4116-7A4D-599B-EC3AF3E76323}"/>
                </a:ext>
              </a:extLst>
            </p:cNvPr>
            <p:cNvGrpSpPr/>
            <p:nvPr/>
          </p:nvGrpSpPr>
          <p:grpSpPr>
            <a:xfrm>
              <a:off x="3297365" y="1604963"/>
              <a:ext cx="597103" cy="1540573"/>
              <a:chOff x="3297365" y="1604963"/>
              <a:chExt cx="597103" cy="1540573"/>
            </a:xfrm>
            <a:grpFill/>
          </p:grpSpPr>
          <p:sp>
            <p:nvSpPr>
              <p:cNvPr id="44" name="직사각형 43">
                <a:extLst>
                  <a:ext uri="{FF2B5EF4-FFF2-40B4-BE49-F238E27FC236}">
                    <a16:creationId xmlns:a16="http://schemas.microsoft.com/office/drawing/2014/main" id="{FA8E5D4F-D7C7-54AD-F3E5-A99B18280BDA}"/>
                  </a:ext>
                </a:extLst>
              </p:cNvPr>
              <p:cNvSpPr/>
              <p:nvPr/>
            </p:nvSpPr>
            <p:spPr>
              <a:xfrm>
                <a:off x="3297365" y="1704261"/>
                <a:ext cx="597103" cy="1441275"/>
              </a:xfrm>
              <a:prstGeom prst="rect">
                <a:avLst/>
              </a:prstGeom>
              <a:solidFill>
                <a:srgbClr val="EDEEE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cxnSp>
            <p:nvCxnSpPr>
              <p:cNvPr id="46" name="직선 연결선 45">
                <a:extLst>
                  <a:ext uri="{FF2B5EF4-FFF2-40B4-BE49-F238E27FC236}">
                    <a16:creationId xmlns:a16="http://schemas.microsoft.com/office/drawing/2014/main" id="{8394D44D-B8FE-17BB-F3E5-A2A2EC2895D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45256" y="1604963"/>
                <a:ext cx="0" cy="1540572"/>
              </a:xfrm>
              <a:prstGeom prst="line">
                <a:avLst/>
              </a:prstGeom>
              <a:grpFill/>
              <a:ln w="85725"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860F2C91-1B4C-437F-B6D3-84199808BE81}"/>
              </a:ext>
            </a:extLst>
          </p:cNvPr>
          <p:cNvSpPr txBox="1"/>
          <p:nvPr/>
        </p:nvSpPr>
        <p:spPr>
          <a:xfrm>
            <a:off x="10794573" y="4973721"/>
            <a:ext cx="461665" cy="98623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ko-KR" altLang="en-US" dirty="0"/>
              <a:t>변정하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914CE9E9-E4DA-608F-8C32-24FC673580B4}"/>
              </a:ext>
            </a:extLst>
          </p:cNvPr>
          <p:cNvSpPr txBox="1"/>
          <p:nvPr/>
        </p:nvSpPr>
        <p:spPr>
          <a:xfrm>
            <a:off x="8209874" y="1612271"/>
            <a:ext cx="203144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b="1" dirty="0"/>
              <a:t>상품 리스트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ko-KR" sz="1600" dirty="0"/>
              <a:t>지역 및 테마별 여행 상품 조회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ko-KR" sz="1600" dirty="0"/>
              <a:t>상품 검색 및 상세 페이지 제공</a:t>
            </a:r>
          </a:p>
        </p:txBody>
      </p:sp>
      <p:grpSp>
        <p:nvGrpSpPr>
          <p:cNvPr id="85" name="그룹 84">
            <a:extLst>
              <a:ext uri="{FF2B5EF4-FFF2-40B4-BE49-F238E27FC236}">
                <a16:creationId xmlns:a16="http://schemas.microsoft.com/office/drawing/2014/main" id="{BA6755F0-5683-EAA5-9BD2-78E3B5BF7A08}"/>
              </a:ext>
            </a:extLst>
          </p:cNvPr>
          <p:cNvGrpSpPr/>
          <p:nvPr/>
        </p:nvGrpSpPr>
        <p:grpSpPr>
          <a:xfrm>
            <a:off x="7854558" y="1352114"/>
            <a:ext cx="3607192" cy="2549946"/>
            <a:chOff x="389160" y="1149927"/>
            <a:chExt cx="3505325" cy="2549946"/>
          </a:xfrm>
          <a:solidFill>
            <a:schemeClr val="accent3">
              <a:lumMod val="60000"/>
              <a:lumOff val="40000"/>
            </a:schemeClr>
          </a:solidFill>
        </p:grpSpPr>
        <p:grpSp>
          <p:nvGrpSpPr>
            <p:cNvPr id="105" name="그래픽 2" descr="티켓 윤곽선">
              <a:extLst>
                <a:ext uri="{FF2B5EF4-FFF2-40B4-BE49-F238E27FC236}">
                  <a16:creationId xmlns:a16="http://schemas.microsoft.com/office/drawing/2014/main" id="{A79B8816-7827-030F-B902-2F06E6F5D0B8}"/>
                </a:ext>
              </a:extLst>
            </p:cNvPr>
            <p:cNvGrpSpPr/>
            <p:nvPr/>
          </p:nvGrpSpPr>
          <p:grpSpPr>
            <a:xfrm>
              <a:off x="389160" y="1149927"/>
              <a:ext cx="3505325" cy="2549946"/>
              <a:chOff x="575092" y="1464037"/>
              <a:chExt cx="3751606" cy="2104553"/>
            </a:xfrm>
            <a:grpFill/>
          </p:grpSpPr>
          <p:sp>
            <p:nvSpPr>
              <p:cNvPr id="109" name="자유형: 도형 108">
                <a:extLst>
                  <a:ext uri="{FF2B5EF4-FFF2-40B4-BE49-F238E27FC236}">
                    <a16:creationId xmlns:a16="http://schemas.microsoft.com/office/drawing/2014/main" id="{993D59CC-CF82-17A6-FE25-7FFB7A3C639E}"/>
                  </a:ext>
                </a:extLst>
              </p:cNvPr>
              <p:cNvSpPr/>
              <p:nvPr/>
            </p:nvSpPr>
            <p:spPr>
              <a:xfrm>
                <a:off x="575092" y="1464037"/>
                <a:ext cx="3751606" cy="2104553"/>
              </a:xfrm>
              <a:custGeom>
                <a:avLst/>
                <a:gdLst>
                  <a:gd name="csX0" fmla="*/ 3705850 w 3751600"/>
                  <a:gd name="csY0" fmla="*/ 732020 h 2104556"/>
                  <a:gd name="csX1" fmla="*/ 3751601 w 3751600"/>
                  <a:gd name="csY1" fmla="*/ 732020 h 2104556"/>
                  <a:gd name="csX2" fmla="*/ 3751601 w 3751600"/>
                  <a:gd name="csY2" fmla="*/ 0 h 2104556"/>
                  <a:gd name="csX3" fmla="*/ 0 w 3751600"/>
                  <a:gd name="csY3" fmla="*/ 0 h 2104556"/>
                  <a:gd name="csX4" fmla="*/ 0 w 3751600"/>
                  <a:gd name="csY4" fmla="*/ 732020 h 2104556"/>
                  <a:gd name="csX5" fmla="*/ 45751 w 3751600"/>
                  <a:gd name="csY5" fmla="*/ 732020 h 2104556"/>
                  <a:gd name="csX6" fmla="*/ 377448 w 3751600"/>
                  <a:gd name="csY6" fmla="*/ 1063716 h 2104556"/>
                  <a:gd name="csX7" fmla="*/ 45751 w 3751600"/>
                  <a:gd name="csY7" fmla="*/ 1395413 h 2104556"/>
                  <a:gd name="csX8" fmla="*/ 0 w 3751600"/>
                  <a:gd name="csY8" fmla="*/ 1395413 h 2104556"/>
                  <a:gd name="csX9" fmla="*/ 0 w 3751600"/>
                  <a:gd name="csY9" fmla="*/ 2104557 h 2104556"/>
                  <a:gd name="csX10" fmla="*/ 3751601 w 3751600"/>
                  <a:gd name="csY10" fmla="*/ 2104557 h 2104556"/>
                  <a:gd name="csX11" fmla="*/ 3751601 w 3751600"/>
                  <a:gd name="csY11" fmla="*/ 1395413 h 2104556"/>
                  <a:gd name="csX12" fmla="*/ 3705850 w 3751600"/>
                  <a:gd name="csY12" fmla="*/ 1395413 h 2104556"/>
                  <a:gd name="csX13" fmla="*/ 3374153 w 3751600"/>
                  <a:gd name="csY13" fmla="*/ 1063716 h 2104556"/>
                  <a:gd name="csX14" fmla="*/ 3705850 w 3751600"/>
                  <a:gd name="csY14" fmla="*/ 732020 h 2104556"/>
                  <a:gd name="csX15" fmla="*/ 3282651 w 3751600"/>
                  <a:gd name="csY15" fmla="*/ 1063716 h 2104556"/>
                  <a:gd name="csX16" fmla="*/ 3660098 w 3751600"/>
                  <a:gd name="csY16" fmla="*/ 1484627 h 2104556"/>
                  <a:gd name="csX17" fmla="*/ 3660098 w 3751600"/>
                  <a:gd name="csY17" fmla="*/ 2013054 h 2104556"/>
                  <a:gd name="csX18" fmla="*/ 2882328 w 3751600"/>
                  <a:gd name="csY18" fmla="*/ 2013054 h 2104556"/>
                  <a:gd name="csX19" fmla="*/ 2882328 w 3751600"/>
                  <a:gd name="csY19" fmla="*/ 1830049 h 2104556"/>
                  <a:gd name="csX20" fmla="*/ 2790825 w 3751600"/>
                  <a:gd name="csY20" fmla="*/ 1830049 h 2104556"/>
                  <a:gd name="csX21" fmla="*/ 2790825 w 3751600"/>
                  <a:gd name="csY21" fmla="*/ 2013054 h 2104556"/>
                  <a:gd name="csX22" fmla="*/ 91502 w 3751600"/>
                  <a:gd name="csY22" fmla="*/ 2013054 h 2104556"/>
                  <a:gd name="csX23" fmla="*/ 91502 w 3751600"/>
                  <a:gd name="csY23" fmla="*/ 1484444 h 2104556"/>
                  <a:gd name="csX24" fmla="*/ 466571 w 3751600"/>
                  <a:gd name="csY24" fmla="*/ 1018056 h 2104556"/>
                  <a:gd name="csX25" fmla="*/ 91502 w 3751600"/>
                  <a:gd name="csY25" fmla="*/ 642988 h 2104556"/>
                  <a:gd name="csX26" fmla="*/ 91502 w 3751600"/>
                  <a:gd name="csY26" fmla="*/ 91502 h 2104556"/>
                  <a:gd name="csX27" fmla="*/ 2790825 w 3751600"/>
                  <a:gd name="csY27" fmla="*/ 91502 h 2104556"/>
                  <a:gd name="csX28" fmla="*/ 2790825 w 3751600"/>
                  <a:gd name="csY28" fmla="*/ 274507 h 2104556"/>
                  <a:gd name="csX29" fmla="*/ 2882328 w 3751600"/>
                  <a:gd name="csY29" fmla="*/ 274507 h 2104556"/>
                  <a:gd name="csX30" fmla="*/ 2882328 w 3751600"/>
                  <a:gd name="csY30" fmla="*/ 91502 h 2104556"/>
                  <a:gd name="csX31" fmla="*/ 3660098 w 3751600"/>
                  <a:gd name="csY31" fmla="*/ 91502 h 2104556"/>
                  <a:gd name="csX32" fmla="*/ 3660098 w 3751600"/>
                  <a:gd name="csY32" fmla="*/ 642988 h 2104556"/>
                  <a:gd name="csX33" fmla="*/ 3282651 w 3751600"/>
                  <a:gd name="csY33" fmla="*/ 1063716 h 21045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</a:cxnLst>
                <a:rect l="l" t="t" r="r" b="b"/>
                <a:pathLst>
                  <a:path w="3751600" h="2104556">
                    <a:moveTo>
                      <a:pt x="3705850" y="732020"/>
                    </a:moveTo>
                    <a:lnTo>
                      <a:pt x="3751601" y="732020"/>
                    </a:lnTo>
                    <a:lnTo>
                      <a:pt x="3751601" y="0"/>
                    </a:lnTo>
                    <a:lnTo>
                      <a:pt x="0" y="0"/>
                    </a:lnTo>
                    <a:lnTo>
                      <a:pt x="0" y="732020"/>
                    </a:lnTo>
                    <a:lnTo>
                      <a:pt x="45751" y="732020"/>
                    </a:lnTo>
                    <a:cubicBezTo>
                      <a:pt x="228944" y="732020"/>
                      <a:pt x="377448" y="880524"/>
                      <a:pt x="377448" y="1063716"/>
                    </a:cubicBezTo>
                    <a:cubicBezTo>
                      <a:pt x="377448" y="1246909"/>
                      <a:pt x="228944" y="1395413"/>
                      <a:pt x="45751" y="1395413"/>
                    </a:cubicBezTo>
                    <a:lnTo>
                      <a:pt x="0" y="1395413"/>
                    </a:lnTo>
                    <a:lnTo>
                      <a:pt x="0" y="2104557"/>
                    </a:lnTo>
                    <a:lnTo>
                      <a:pt x="3751601" y="2104557"/>
                    </a:lnTo>
                    <a:lnTo>
                      <a:pt x="3751601" y="1395413"/>
                    </a:lnTo>
                    <a:lnTo>
                      <a:pt x="3705850" y="1395413"/>
                    </a:lnTo>
                    <a:cubicBezTo>
                      <a:pt x="3522657" y="1395413"/>
                      <a:pt x="3374153" y="1246909"/>
                      <a:pt x="3374153" y="1063716"/>
                    </a:cubicBezTo>
                    <a:cubicBezTo>
                      <a:pt x="3374153" y="880524"/>
                      <a:pt x="3522657" y="732020"/>
                      <a:pt x="3705850" y="732020"/>
                    </a:cubicBezTo>
                    <a:close/>
                    <a:moveTo>
                      <a:pt x="3282651" y="1063716"/>
                    </a:moveTo>
                    <a:cubicBezTo>
                      <a:pt x="3282825" y="1279703"/>
                      <a:pt x="3445406" y="1461006"/>
                      <a:pt x="3660098" y="1484627"/>
                    </a:cubicBezTo>
                    <a:lnTo>
                      <a:pt x="3660098" y="2013054"/>
                    </a:lnTo>
                    <a:lnTo>
                      <a:pt x="2882328" y="2013054"/>
                    </a:lnTo>
                    <a:lnTo>
                      <a:pt x="2882328" y="1830049"/>
                    </a:lnTo>
                    <a:lnTo>
                      <a:pt x="2790825" y="1830049"/>
                    </a:lnTo>
                    <a:lnTo>
                      <a:pt x="2790825" y="2013054"/>
                    </a:lnTo>
                    <a:lnTo>
                      <a:pt x="91502" y="2013054"/>
                    </a:lnTo>
                    <a:lnTo>
                      <a:pt x="91502" y="1484444"/>
                    </a:lnTo>
                    <a:cubicBezTo>
                      <a:pt x="323864" y="1459226"/>
                      <a:pt x="491789" y="1250418"/>
                      <a:pt x="466571" y="1018056"/>
                    </a:cubicBezTo>
                    <a:cubicBezTo>
                      <a:pt x="445127" y="820471"/>
                      <a:pt x="289084" y="664431"/>
                      <a:pt x="91502" y="642988"/>
                    </a:cubicBezTo>
                    <a:lnTo>
                      <a:pt x="91502" y="91502"/>
                    </a:lnTo>
                    <a:lnTo>
                      <a:pt x="2790825" y="91502"/>
                    </a:lnTo>
                    <a:lnTo>
                      <a:pt x="2790825" y="274507"/>
                    </a:lnTo>
                    <a:lnTo>
                      <a:pt x="2882328" y="274507"/>
                    </a:lnTo>
                    <a:lnTo>
                      <a:pt x="2882328" y="91502"/>
                    </a:lnTo>
                    <a:lnTo>
                      <a:pt x="3660098" y="91502"/>
                    </a:lnTo>
                    <a:lnTo>
                      <a:pt x="3660098" y="642988"/>
                    </a:lnTo>
                    <a:cubicBezTo>
                      <a:pt x="3445475" y="666600"/>
                      <a:pt x="3282916" y="847798"/>
                      <a:pt x="3282651" y="1063716"/>
                    </a:cubicBezTo>
                    <a:close/>
                  </a:path>
                </a:pathLst>
              </a:custGeom>
              <a:grpFill/>
              <a:ln w="4574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110" name="직사각형 109">
                <a:extLst>
                  <a:ext uri="{FF2B5EF4-FFF2-40B4-BE49-F238E27FC236}">
                    <a16:creationId xmlns:a16="http://schemas.microsoft.com/office/drawing/2014/main" id="{B8FCC1C6-6B66-66E2-B471-0D3A5AA78016}"/>
                  </a:ext>
                </a:extLst>
              </p:cNvPr>
              <p:cNvSpPr/>
              <p:nvPr/>
            </p:nvSpPr>
            <p:spPr>
              <a:xfrm>
                <a:off x="3365935" y="1921548"/>
                <a:ext cx="91502" cy="274507"/>
              </a:xfrm>
              <a:prstGeom prst="rect">
                <a:avLst/>
              </a:prstGeom>
              <a:grpFill/>
              <a:ln w="4574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111" name="직사각형 110">
                <a:extLst>
                  <a:ext uri="{FF2B5EF4-FFF2-40B4-BE49-F238E27FC236}">
                    <a16:creationId xmlns:a16="http://schemas.microsoft.com/office/drawing/2014/main" id="{E1EB8346-45F3-06E3-B1E1-ED8FC1AF81CA}"/>
                  </a:ext>
                </a:extLst>
              </p:cNvPr>
              <p:cNvSpPr/>
              <p:nvPr/>
            </p:nvSpPr>
            <p:spPr>
              <a:xfrm>
                <a:off x="3365930" y="2379060"/>
                <a:ext cx="91502" cy="274507"/>
              </a:xfrm>
              <a:prstGeom prst="rect">
                <a:avLst/>
              </a:prstGeom>
              <a:grpFill/>
              <a:ln w="4574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12" name="직사각형 111">
                <a:extLst>
                  <a:ext uri="{FF2B5EF4-FFF2-40B4-BE49-F238E27FC236}">
                    <a16:creationId xmlns:a16="http://schemas.microsoft.com/office/drawing/2014/main" id="{92400C3A-8687-768F-58C9-08ACC856E391}"/>
                  </a:ext>
                </a:extLst>
              </p:cNvPr>
              <p:cNvSpPr/>
              <p:nvPr/>
            </p:nvSpPr>
            <p:spPr>
              <a:xfrm>
                <a:off x="3365917" y="2836576"/>
                <a:ext cx="91502" cy="274507"/>
              </a:xfrm>
              <a:prstGeom prst="rect">
                <a:avLst/>
              </a:prstGeom>
              <a:grpFill/>
              <a:ln w="4574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06" name="그룹 105">
              <a:extLst>
                <a:ext uri="{FF2B5EF4-FFF2-40B4-BE49-F238E27FC236}">
                  <a16:creationId xmlns:a16="http://schemas.microsoft.com/office/drawing/2014/main" id="{6CECFC02-CF4C-542C-C56A-98F337944747}"/>
                </a:ext>
              </a:extLst>
            </p:cNvPr>
            <p:cNvGrpSpPr/>
            <p:nvPr/>
          </p:nvGrpSpPr>
          <p:grpSpPr>
            <a:xfrm>
              <a:off x="3297365" y="1604963"/>
              <a:ext cx="597103" cy="1540573"/>
              <a:chOff x="3297365" y="1604963"/>
              <a:chExt cx="597103" cy="1540573"/>
            </a:xfrm>
            <a:grpFill/>
          </p:grpSpPr>
          <p:sp>
            <p:nvSpPr>
              <p:cNvPr id="107" name="직사각형 106">
                <a:extLst>
                  <a:ext uri="{FF2B5EF4-FFF2-40B4-BE49-F238E27FC236}">
                    <a16:creationId xmlns:a16="http://schemas.microsoft.com/office/drawing/2014/main" id="{6D2B5D72-6A54-AF1D-DDAB-552FBA5747A9}"/>
                  </a:ext>
                </a:extLst>
              </p:cNvPr>
              <p:cNvSpPr/>
              <p:nvPr/>
            </p:nvSpPr>
            <p:spPr>
              <a:xfrm>
                <a:off x="3297365" y="1704261"/>
                <a:ext cx="597103" cy="1441275"/>
              </a:xfrm>
              <a:prstGeom prst="rect">
                <a:avLst/>
              </a:prstGeom>
              <a:solidFill>
                <a:srgbClr val="EDEEE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cxnSp>
            <p:nvCxnSpPr>
              <p:cNvPr id="108" name="직선 연결선 107">
                <a:extLst>
                  <a:ext uri="{FF2B5EF4-FFF2-40B4-BE49-F238E27FC236}">
                    <a16:creationId xmlns:a16="http://schemas.microsoft.com/office/drawing/2014/main" id="{0ACAB6BC-90DA-0B4C-BCFC-53F5AE809BA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45256" y="1604963"/>
                <a:ext cx="0" cy="1540572"/>
              </a:xfrm>
              <a:prstGeom prst="line">
                <a:avLst/>
              </a:prstGeom>
              <a:grpFill/>
              <a:ln w="85725"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86" name="TextBox 85">
            <a:extLst>
              <a:ext uri="{FF2B5EF4-FFF2-40B4-BE49-F238E27FC236}">
                <a16:creationId xmlns:a16="http://schemas.microsoft.com/office/drawing/2014/main" id="{11142ADF-95FC-0EEC-F35C-4A0AF96CAC88}"/>
              </a:ext>
            </a:extLst>
          </p:cNvPr>
          <p:cNvSpPr txBox="1"/>
          <p:nvPr/>
        </p:nvSpPr>
        <p:spPr>
          <a:xfrm>
            <a:off x="10776482" y="2147909"/>
            <a:ext cx="461665" cy="98623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ko-KR" altLang="en-US" dirty="0"/>
              <a:t>황영찬</a:t>
            </a:r>
          </a:p>
        </p:txBody>
      </p: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0A81542D-A058-8EA6-181E-8410613831B4}"/>
              </a:ext>
            </a:extLst>
          </p:cNvPr>
          <p:cNvGrpSpPr/>
          <p:nvPr/>
        </p:nvGrpSpPr>
        <p:grpSpPr>
          <a:xfrm>
            <a:off x="173251" y="1352114"/>
            <a:ext cx="3607192" cy="2549946"/>
            <a:chOff x="389160" y="1149927"/>
            <a:chExt cx="3505325" cy="2549946"/>
          </a:xfrm>
          <a:solidFill>
            <a:schemeClr val="accent3">
              <a:lumMod val="60000"/>
              <a:lumOff val="40000"/>
            </a:schemeClr>
          </a:solidFill>
        </p:grpSpPr>
        <p:grpSp>
          <p:nvGrpSpPr>
            <p:cNvPr id="65" name="그래픽 2" descr="티켓 윤곽선">
              <a:extLst>
                <a:ext uri="{FF2B5EF4-FFF2-40B4-BE49-F238E27FC236}">
                  <a16:creationId xmlns:a16="http://schemas.microsoft.com/office/drawing/2014/main" id="{9B340665-1EAF-FE26-B65E-E7FE7D2D8E64}"/>
                </a:ext>
              </a:extLst>
            </p:cNvPr>
            <p:cNvGrpSpPr/>
            <p:nvPr/>
          </p:nvGrpSpPr>
          <p:grpSpPr>
            <a:xfrm>
              <a:off x="389160" y="1149927"/>
              <a:ext cx="3505325" cy="2549946"/>
              <a:chOff x="575092" y="1464037"/>
              <a:chExt cx="3751606" cy="2104553"/>
            </a:xfrm>
            <a:grpFill/>
          </p:grpSpPr>
          <p:sp>
            <p:nvSpPr>
              <p:cNvPr id="69" name="자유형: 도형 68">
                <a:extLst>
                  <a:ext uri="{FF2B5EF4-FFF2-40B4-BE49-F238E27FC236}">
                    <a16:creationId xmlns:a16="http://schemas.microsoft.com/office/drawing/2014/main" id="{B5670428-A832-D335-8670-26215AF833E7}"/>
                  </a:ext>
                </a:extLst>
              </p:cNvPr>
              <p:cNvSpPr/>
              <p:nvPr/>
            </p:nvSpPr>
            <p:spPr>
              <a:xfrm>
                <a:off x="575092" y="1464037"/>
                <a:ext cx="3751606" cy="2104553"/>
              </a:xfrm>
              <a:custGeom>
                <a:avLst/>
                <a:gdLst>
                  <a:gd name="csX0" fmla="*/ 3705850 w 3751600"/>
                  <a:gd name="csY0" fmla="*/ 732020 h 2104556"/>
                  <a:gd name="csX1" fmla="*/ 3751601 w 3751600"/>
                  <a:gd name="csY1" fmla="*/ 732020 h 2104556"/>
                  <a:gd name="csX2" fmla="*/ 3751601 w 3751600"/>
                  <a:gd name="csY2" fmla="*/ 0 h 2104556"/>
                  <a:gd name="csX3" fmla="*/ 0 w 3751600"/>
                  <a:gd name="csY3" fmla="*/ 0 h 2104556"/>
                  <a:gd name="csX4" fmla="*/ 0 w 3751600"/>
                  <a:gd name="csY4" fmla="*/ 732020 h 2104556"/>
                  <a:gd name="csX5" fmla="*/ 45751 w 3751600"/>
                  <a:gd name="csY5" fmla="*/ 732020 h 2104556"/>
                  <a:gd name="csX6" fmla="*/ 377448 w 3751600"/>
                  <a:gd name="csY6" fmla="*/ 1063716 h 2104556"/>
                  <a:gd name="csX7" fmla="*/ 45751 w 3751600"/>
                  <a:gd name="csY7" fmla="*/ 1395413 h 2104556"/>
                  <a:gd name="csX8" fmla="*/ 0 w 3751600"/>
                  <a:gd name="csY8" fmla="*/ 1395413 h 2104556"/>
                  <a:gd name="csX9" fmla="*/ 0 w 3751600"/>
                  <a:gd name="csY9" fmla="*/ 2104557 h 2104556"/>
                  <a:gd name="csX10" fmla="*/ 3751601 w 3751600"/>
                  <a:gd name="csY10" fmla="*/ 2104557 h 2104556"/>
                  <a:gd name="csX11" fmla="*/ 3751601 w 3751600"/>
                  <a:gd name="csY11" fmla="*/ 1395413 h 2104556"/>
                  <a:gd name="csX12" fmla="*/ 3705850 w 3751600"/>
                  <a:gd name="csY12" fmla="*/ 1395413 h 2104556"/>
                  <a:gd name="csX13" fmla="*/ 3374153 w 3751600"/>
                  <a:gd name="csY13" fmla="*/ 1063716 h 2104556"/>
                  <a:gd name="csX14" fmla="*/ 3705850 w 3751600"/>
                  <a:gd name="csY14" fmla="*/ 732020 h 2104556"/>
                  <a:gd name="csX15" fmla="*/ 3282651 w 3751600"/>
                  <a:gd name="csY15" fmla="*/ 1063716 h 2104556"/>
                  <a:gd name="csX16" fmla="*/ 3660098 w 3751600"/>
                  <a:gd name="csY16" fmla="*/ 1484627 h 2104556"/>
                  <a:gd name="csX17" fmla="*/ 3660098 w 3751600"/>
                  <a:gd name="csY17" fmla="*/ 2013054 h 2104556"/>
                  <a:gd name="csX18" fmla="*/ 2882328 w 3751600"/>
                  <a:gd name="csY18" fmla="*/ 2013054 h 2104556"/>
                  <a:gd name="csX19" fmla="*/ 2882328 w 3751600"/>
                  <a:gd name="csY19" fmla="*/ 1830049 h 2104556"/>
                  <a:gd name="csX20" fmla="*/ 2790825 w 3751600"/>
                  <a:gd name="csY20" fmla="*/ 1830049 h 2104556"/>
                  <a:gd name="csX21" fmla="*/ 2790825 w 3751600"/>
                  <a:gd name="csY21" fmla="*/ 2013054 h 2104556"/>
                  <a:gd name="csX22" fmla="*/ 91502 w 3751600"/>
                  <a:gd name="csY22" fmla="*/ 2013054 h 2104556"/>
                  <a:gd name="csX23" fmla="*/ 91502 w 3751600"/>
                  <a:gd name="csY23" fmla="*/ 1484444 h 2104556"/>
                  <a:gd name="csX24" fmla="*/ 466571 w 3751600"/>
                  <a:gd name="csY24" fmla="*/ 1018056 h 2104556"/>
                  <a:gd name="csX25" fmla="*/ 91502 w 3751600"/>
                  <a:gd name="csY25" fmla="*/ 642988 h 2104556"/>
                  <a:gd name="csX26" fmla="*/ 91502 w 3751600"/>
                  <a:gd name="csY26" fmla="*/ 91502 h 2104556"/>
                  <a:gd name="csX27" fmla="*/ 2790825 w 3751600"/>
                  <a:gd name="csY27" fmla="*/ 91502 h 2104556"/>
                  <a:gd name="csX28" fmla="*/ 2790825 w 3751600"/>
                  <a:gd name="csY28" fmla="*/ 274507 h 2104556"/>
                  <a:gd name="csX29" fmla="*/ 2882328 w 3751600"/>
                  <a:gd name="csY29" fmla="*/ 274507 h 2104556"/>
                  <a:gd name="csX30" fmla="*/ 2882328 w 3751600"/>
                  <a:gd name="csY30" fmla="*/ 91502 h 2104556"/>
                  <a:gd name="csX31" fmla="*/ 3660098 w 3751600"/>
                  <a:gd name="csY31" fmla="*/ 91502 h 2104556"/>
                  <a:gd name="csX32" fmla="*/ 3660098 w 3751600"/>
                  <a:gd name="csY32" fmla="*/ 642988 h 2104556"/>
                  <a:gd name="csX33" fmla="*/ 3282651 w 3751600"/>
                  <a:gd name="csY33" fmla="*/ 1063716 h 21045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</a:cxnLst>
                <a:rect l="l" t="t" r="r" b="b"/>
                <a:pathLst>
                  <a:path w="3751600" h="2104556">
                    <a:moveTo>
                      <a:pt x="3705850" y="732020"/>
                    </a:moveTo>
                    <a:lnTo>
                      <a:pt x="3751601" y="732020"/>
                    </a:lnTo>
                    <a:lnTo>
                      <a:pt x="3751601" y="0"/>
                    </a:lnTo>
                    <a:lnTo>
                      <a:pt x="0" y="0"/>
                    </a:lnTo>
                    <a:lnTo>
                      <a:pt x="0" y="732020"/>
                    </a:lnTo>
                    <a:lnTo>
                      <a:pt x="45751" y="732020"/>
                    </a:lnTo>
                    <a:cubicBezTo>
                      <a:pt x="228944" y="732020"/>
                      <a:pt x="377448" y="880524"/>
                      <a:pt x="377448" y="1063716"/>
                    </a:cubicBezTo>
                    <a:cubicBezTo>
                      <a:pt x="377448" y="1246909"/>
                      <a:pt x="228944" y="1395413"/>
                      <a:pt x="45751" y="1395413"/>
                    </a:cubicBezTo>
                    <a:lnTo>
                      <a:pt x="0" y="1395413"/>
                    </a:lnTo>
                    <a:lnTo>
                      <a:pt x="0" y="2104557"/>
                    </a:lnTo>
                    <a:lnTo>
                      <a:pt x="3751601" y="2104557"/>
                    </a:lnTo>
                    <a:lnTo>
                      <a:pt x="3751601" y="1395413"/>
                    </a:lnTo>
                    <a:lnTo>
                      <a:pt x="3705850" y="1395413"/>
                    </a:lnTo>
                    <a:cubicBezTo>
                      <a:pt x="3522657" y="1395413"/>
                      <a:pt x="3374153" y="1246909"/>
                      <a:pt x="3374153" y="1063716"/>
                    </a:cubicBezTo>
                    <a:cubicBezTo>
                      <a:pt x="3374153" y="880524"/>
                      <a:pt x="3522657" y="732020"/>
                      <a:pt x="3705850" y="732020"/>
                    </a:cubicBezTo>
                    <a:close/>
                    <a:moveTo>
                      <a:pt x="3282651" y="1063716"/>
                    </a:moveTo>
                    <a:cubicBezTo>
                      <a:pt x="3282825" y="1279703"/>
                      <a:pt x="3445406" y="1461006"/>
                      <a:pt x="3660098" y="1484627"/>
                    </a:cubicBezTo>
                    <a:lnTo>
                      <a:pt x="3660098" y="2013054"/>
                    </a:lnTo>
                    <a:lnTo>
                      <a:pt x="2882328" y="2013054"/>
                    </a:lnTo>
                    <a:lnTo>
                      <a:pt x="2882328" y="1830049"/>
                    </a:lnTo>
                    <a:lnTo>
                      <a:pt x="2790825" y="1830049"/>
                    </a:lnTo>
                    <a:lnTo>
                      <a:pt x="2790825" y="2013054"/>
                    </a:lnTo>
                    <a:lnTo>
                      <a:pt x="91502" y="2013054"/>
                    </a:lnTo>
                    <a:lnTo>
                      <a:pt x="91502" y="1484444"/>
                    </a:lnTo>
                    <a:cubicBezTo>
                      <a:pt x="323864" y="1459226"/>
                      <a:pt x="491789" y="1250418"/>
                      <a:pt x="466571" y="1018056"/>
                    </a:cubicBezTo>
                    <a:cubicBezTo>
                      <a:pt x="445127" y="820471"/>
                      <a:pt x="289084" y="664431"/>
                      <a:pt x="91502" y="642988"/>
                    </a:cubicBezTo>
                    <a:lnTo>
                      <a:pt x="91502" y="91502"/>
                    </a:lnTo>
                    <a:lnTo>
                      <a:pt x="2790825" y="91502"/>
                    </a:lnTo>
                    <a:lnTo>
                      <a:pt x="2790825" y="274507"/>
                    </a:lnTo>
                    <a:lnTo>
                      <a:pt x="2882328" y="274507"/>
                    </a:lnTo>
                    <a:lnTo>
                      <a:pt x="2882328" y="91502"/>
                    </a:lnTo>
                    <a:lnTo>
                      <a:pt x="3660098" y="91502"/>
                    </a:lnTo>
                    <a:lnTo>
                      <a:pt x="3660098" y="642988"/>
                    </a:lnTo>
                    <a:cubicBezTo>
                      <a:pt x="3445475" y="666600"/>
                      <a:pt x="3282916" y="847798"/>
                      <a:pt x="3282651" y="1063716"/>
                    </a:cubicBezTo>
                    <a:close/>
                  </a:path>
                </a:pathLst>
              </a:custGeom>
              <a:grpFill/>
              <a:ln w="4574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70" name="직사각형 69">
                <a:extLst>
                  <a:ext uri="{FF2B5EF4-FFF2-40B4-BE49-F238E27FC236}">
                    <a16:creationId xmlns:a16="http://schemas.microsoft.com/office/drawing/2014/main" id="{3AA33FD5-22AD-8B3F-F921-51E1E326F7E2}"/>
                  </a:ext>
                </a:extLst>
              </p:cNvPr>
              <p:cNvSpPr/>
              <p:nvPr/>
            </p:nvSpPr>
            <p:spPr>
              <a:xfrm>
                <a:off x="3365935" y="1921548"/>
                <a:ext cx="91502" cy="274507"/>
              </a:xfrm>
              <a:prstGeom prst="rect">
                <a:avLst/>
              </a:prstGeom>
              <a:grpFill/>
              <a:ln w="4574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71" name="직사각형 70">
                <a:extLst>
                  <a:ext uri="{FF2B5EF4-FFF2-40B4-BE49-F238E27FC236}">
                    <a16:creationId xmlns:a16="http://schemas.microsoft.com/office/drawing/2014/main" id="{AD621004-7005-4090-1595-3554E7BF5FE2}"/>
                  </a:ext>
                </a:extLst>
              </p:cNvPr>
              <p:cNvSpPr/>
              <p:nvPr/>
            </p:nvSpPr>
            <p:spPr>
              <a:xfrm>
                <a:off x="3365930" y="2379060"/>
                <a:ext cx="91502" cy="274507"/>
              </a:xfrm>
              <a:prstGeom prst="rect">
                <a:avLst/>
              </a:prstGeom>
              <a:grpFill/>
              <a:ln w="4574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72" name="직사각형 71">
                <a:extLst>
                  <a:ext uri="{FF2B5EF4-FFF2-40B4-BE49-F238E27FC236}">
                    <a16:creationId xmlns:a16="http://schemas.microsoft.com/office/drawing/2014/main" id="{E37DD4FE-3D87-C06B-B3C8-34CD57B922C3}"/>
                  </a:ext>
                </a:extLst>
              </p:cNvPr>
              <p:cNvSpPr/>
              <p:nvPr/>
            </p:nvSpPr>
            <p:spPr>
              <a:xfrm>
                <a:off x="3365917" y="2836576"/>
                <a:ext cx="91502" cy="274507"/>
              </a:xfrm>
              <a:prstGeom prst="rect">
                <a:avLst/>
              </a:prstGeom>
              <a:grpFill/>
              <a:ln w="4574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66" name="그룹 65">
              <a:extLst>
                <a:ext uri="{FF2B5EF4-FFF2-40B4-BE49-F238E27FC236}">
                  <a16:creationId xmlns:a16="http://schemas.microsoft.com/office/drawing/2014/main" id="{BD07FB65-EBDF-355D-8DA3-0697FEDFF2B7}"/>
                </a:ext>
              </a:extLst>
            </p:cNvPr>
            <p:cNvGrpSpPr/>
            <p:nvPr/>
          </p:nvGrpSpPr>
          <p:grpSpPr>
            <a:xfrm>
              <a:off x="3297365" y="1604963"/>
              <a:ext cx="597103" cy="1540573"/>
              <a:chOff x="3297365" y="1604963"/>
              <a:chExt cx="597103" cy="1540573"/>
            </a:xfrm>
            <a:grpFill/>
          </p:grpSpPr>
          <p:sp>
            <p:nvSpPr>
              <p:cNvPr id="67" name="직사각형 66">
                <a:extLst>
                  <a:ext uri="{FF2B5EF4-FFF2-40B4-BE49-F238E27FC236}">
                    <a16:creationId xmlns:a16="http://schemas.microsoft.com/office/drawing/2014/main" id="{B5CE8861-A19A-9720-E48B-DC59DAD50130}"/>
                  </a:ext>
                </a:extLst>
              </p:cNvPr>
              <p:cNvSpPr/>
              <p:nvPr/>
            </p:nvSpPr>
            <p:spPr>
              <a:xfrm>
                <a:off x="3297365" y="1704261"/>
                <a:ext cx="597103" cy="1441275"/>
              </a:xfrm>
              <a:prstGeom prst="rect">
                <a:avLst/>
              </a:prstGeom>
              <a:solidFill>
                <a:srgbClr val="EDEEE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cxnSp>
            <p:nvCxnSpPr>
              <p:cNvPr id="68" name="직선 연결선 67">
                <a:extLst>
                  <a:ext uri="{FF2B5EF4-FFF2-40B4-BE49-F238E27FC236}">
                    <a16:creationId xmlns:a16="http://schemas.microsoft.com/office/drawing/2014/main" id="{DA6D2FAE-E83F-5105-BCF4-6BF91178E1A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45256" y="1604963"/>
                <a:ext cx="0" cy="1540572"/>
              </a:xfrm>
              <a:prstGeom prst="line">
                <a:avLst/>
              </a:prstGeom>
              <a:grpFill/>
              <a:ln w="85725"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16" name="TextBox 115">
            <a:extLst>
              <a:ext uri="{FF2B5EF4-FFF2-40B4-BE49-F238E27FC236}">
                <a16:creationId xmlns:a16="http://schemas.microsoft.com/office/drawing/2014/main" id="{1923DDDC-EC7A-D78E-45AF-BCD485B046DF}"/>
              </a:ext>
            </a:extLst>
          </p:cNvPr>
          <p:cNvSpPr txBox="1"/>
          <p:nvPr/>
        </p:nvSpPr>
        <p:spPr>
          <a:xfrm>
            <a:off x="567942" y="1612273"/>
            <a:ext cx="2146496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b="1" dirty="0"/>
              <a:t>예약 / 결제</a:t>
            </a:r>
            <a:endParaRPr lang="en-US" altLang="ko-KR" b="1" dirty="0"/>
          </a:p>
          <a:p>
            <a:endParaRPr lang="ko-KR" altLang="ko-KR" sz="1600" b="1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ko-KR" sz="1600" dirty="0"/>
              <a:t>여행 상품 예약 및 예약 상태 관리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ko-KR" sz="1600" dirty="0"/>
              <a:t>카카오페이 연동을 통한 결제 기능 구현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6175A0D1-3BE7-1481-0DB2-B55FD2BE8B27}"/>
              </a:ext>
            </a:extLst>
          </p:cNvPr>
          <p:cNvSpPr txBox="1"/>
          <p:nvPr/>
        </p:nvSpPr>
        <p:spPr>
          <a:xfrm>
            <a:off x="3088862" y="2190161"/>
            <a:ext cx="461665" cy="98623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ko-KR" altLang="en-US" dirty="0"/>
              <a:t>안효빈</a:t>
            </a:r>
          </a:p>
        </p:txBody>
      </p: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433E8759-C011-CAEE-DFD3-8B9C41FF8B28}"/>
              </a:ext>
            </a:extLst>
          </p:cNvPr>
          <p:cNvGrpSpPr/>
          <p:nvPr/>
        </p:nvGrpSpPr>
        <p:grpSpPr>
          <a:xfrm>
            <a:off x="3987181" y="1352114"/>
            <a:ext cx="3607192" cy="2549946"/>
            <a:chOff x="389160" y="1149927"/>
            <a:chExt cx="3505325" cy="2549946"/>
          </a:xfrm>
          <a:solidFill>
            <a:schemeClr val="accent3">
              <a:lumMod val="60000"/>
              <a:lumOff val="40000"/>
            </a:schemeClr>
          </a:solidFill>
        </p:grpSpPr>
        <p:grpSp>
          <p:nvGrpSpPr>
            <p:cNvPr id="74" name="그래픽 2" descr="티켓 윤곽선">
              <a:extLst>
                <a:ext uri="{FF2B5EF4-FFF2-40B4-BE49-F238E27FC236}">
                  <a16:creationId xmlns:a16="http://schemas.microsoft.com/office/drawing/2014/main" id="{EA9DA7F7-43DD-5551-8010-2892BAC84395}"/>
                </a:ext>
              </a:extLst>
            </p:cNvPr>
            <p:cNvGrpSpPr/>
            <p:nvPr/>
          </p:nvGrpSpPr>
          <p:grpSpPr>
            <a:xfrm>
              <a:off x="389160" y="1149927"/>
              <a:ext cx="3505325" cy="2549946"/>
              <a:chOff x="575092" y="1464037"/>
              <a:chExt cx="3751606" cy="2104553"/>
            </a:xfrm>
            <a:grpFill/>
          </p:grpSpPr>
          <p:sp>
            <p:nvSpPr>
              <p:cNvPr id="78" name="자유형: 도형 77">
                <a:extLst>
                  <a:ext uri="{FF2B5EF4-FFF2-40B4-BE49-F238E27FC236}">
                    <a16:creationId xmlns:a16="http://schemas.microsoft.com/office/drawing/2014/main" id="{AA36C36F-9E25-C0F6-29FE-7AFC0117ECF6}"/>
                  </a:ext>
                </a:extLst>
              </p:cNvPr>
              <p:cNvSpPr/>
              <p:nvPr/>
            </p:nvSpPr>
            <p:spPr>
              <a:xfrm>
                <a:off x="575092" y="1464037"/>
                <a:ext cx="3751606" cy="2104553"/>
              </a:xfrm>
              <a:custGeom>
                <a:avLst/>
                <a:gdLst>
                  <a:gd name="csX0" fmla="*/ 3705850 w 3751600"/>
                  <a:gd name="csY0" fmla="*/ 732020 h 2104556"/>
                  <a:gd name="csX1" fmla="*/ 3751601 w 3751600"/>
                  <a:gd name="csY1" fmla="*/ 732020 h 2104556"/>
                  <a:gd name="csX2" fmla="*/ 3751601 w 3751600"/>
                  <a:gd name="csY2" fmla="*/ 0 h 2104556"/>
                  <a:gd name="csX3" fmla="*/ 0 w 3751600"/>
                  <a:gd name="csY3" fmla="*/ 0 h 2104556"/>
                  <a:gd name="csX4" fmla="*/ 0 w 3751600"/>
                  <a:gd name="csY4" fmla="*/ 732020 h 2104556"/>
                  <a:gd name="csX5" fmla="*/ 45751 w 3751600"/>
                  <a:gd name="csY5" fmla="*/ 732020 h 2104556"/>
                  <a:gd name="csX6" fmla="*/ 377448 w 3751600"/>
                  <a:gd name="csY6" fmla="*/ 1063716 h 2104556"/>
                  <a:gd name="csX7" fmla="*/ 45751 w 3751600"/>
                  <a:gd name="csY7" fmla="*/ 1395413 h 2104556"/>
                  <a:gd name="csX8" fmla="*/ 0 w 3751600"/>
                  <a:gd name="csY8" fmla="*/ 1395413 h 2104556"/>
                  <a:gd name="csX9" fmla="*/ 0 w 3751600"/>
                  <a:gd name="csY9" fmla="*/ 2104557 h 2104556"/>
                  <a:gd name="csX10" fmla="*/ 3751601 w 3751600"/>
                  <a:gd name="csY10" fmla="*/ 2104557 h 2104556"/>
                  <a:gd name="csX11" fmla="*/ 3751601 w 3751600"/>
                  <a:gd name="csY11" fmla="*/ 1395413 h 2104556"/>
                  <a:gd name="csX12" fmla="*/ 3705850 w 3751600"/>
                  <a:gd name="csY12" fmla="*/ 1395413 h 2104556"/>
                  <a:gd name="csX13" fmla="*/ 3374153 w 3751600"/>
                  <a:gd name="csY13" fmla="*/ 1063716 h 2104556"/>
                  <a:gd name="csX14" fmla="*/ 3705850 w 3751600"/>
                  <a:gd name="csY14" fmla="*/ 732020 h 2104556"/>
                  <a:gd name="csX15" fmla="*/ 3282651 w 3751600"/>
                  <a:gd name="csY15" fmla="*/ 1063716 h 2104556"/>
                  <a:gd name="csX16" fmla="*/ 3660098 w 3751600"/>
                  <a:gd name="csY16" fmla="*/ 1484627 h 2104556"/>
                  <a:gd name="csX17" fmla="*/ 3660098 w 3751600"/>
                  <a:gd name="csY17" fmla="*/ 2013054 h 2104556"/>
                  <a:gd name="csX18" fmla="*/ 2882328 w 3751600"/>
                  <a:gd name="csY18" fmla="*/ 2013054 h 2104556"/>
                  <a:gd name="csX19" fmla="*/ 2882328 w 3751600"/>
                  <a:gd name="csY19" fmla="*/ 1830049 h 2104556"/>
                  <a:gd name="csX20" fmla="*/ 2790825 w 3751600"/>
                  <a:gd name="csY20" fmla="*/ 1830049 h 2104556"/>
                  <a:gd name="csX21" fmla="*/ 2790825 w 3751600"/>
                  <a:gd name="csY21" fmla="*/ 2013054 h 2104556"/>
                  <a:gd name="csX22" fmla="*/ 91502 w 3751600"/>
                  <a:gd name="csY22" fmla="*/ 2013054 h 2104556"/>
                  <a:gd name="csX23" fmla="*/ 91502 w 3751600"/>
                  <a:gd name="csY23" fmla="*/ 1484444 h 2104556"/>
                  <a:gd name="csX24" fmla="*/ 466571 w 3751600"/>
                  <a:gd name="csY24" fmla="*/ 1018056 h 2104556"/>
                  <a:gd name="csX25" fmla="*/ 91502 w 3751600"/>
                  <a:gd name="csY25" fmla="*/ 642988 h 2104556"/>
                  <a:gd name="csX26" fmla="*/ 91502 w 3751600"/>
                  <a:gd name="csY26" fmla="*/ 91502 h 2104556"/>
                  <a:gd name="csX27" fmla="*/ 2790825 w 3751600"/>
                  <a:gd name="csY27" fmla="*/ 91502 h 2104556"/>
                  <a:gd name="csX28" fmla="*/ 2790825 w 3751600"/>
                  <a:gd name="csY28" fmla="*/ 274507 h 2104556"/>
                  <a:gd name="csX29" fmla="*/ 2882328 w 3751600"/>
                  <a:gd name="csY29" fmla="*/ 274507 h 2104556"/>
                  <a:gd name="csX30" fmla="*/ 2882328 w 3751600"/>
                  <a:gd name="csY30" fmla="*/ 91502 h 2104556"/>
                  <a:gd name="csX31" fmla="*/ 3660098 w 3751600"/>
                  <a:gd name="csY31" fmla="*/ 91502 h 2104556"/>
                  <a:gd name="csX32" fmla="*/ 3660098 w 3751600"/>
                  <a:gd name="csY32" fmla="*/ 642988 h 2104556"/>
                  <a:gd name="csX33" fmla="*/ 3282651 w 3751600"/>
                  <a:gd name="csY33" fmla="*/ 1063716 h 21045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</a:cxnLst>
                <a:rect l="l" t="t" r="r" b="b"/>
                <a:pathLst>
                  <a:path w="3751600" h="2104556">
                    <a:moveTo>
                      <a:pt x="3705850" y="732020"/>
                    </a:moveTo>
                    <a:lnTo>
                      <a:pt x="3751601" y="732020"/>
                    </a:lnTo>
                    <a:lnTo>
                      <a:pt x="3751601" y="0"/>
                    </a:lnTo>
                    <a:lnTo>
                      <a:pt x="0" y="0"/>
                    </a:lnTo>
                    <a:lnTo>
                      <a:pt x="0" y="732020"/>
                    </a:lnTo>
                    <a:lnTo>
                      <a:pt x="45751" y="732020"/>
                    </a:lnTo>
                    <a:cubicBezTo>
                      <a:pt x="228944" y="732020"/>
                      <a:pt x="377448" y="880524"/>
                      <a:pt x="377448" y="1063716"/>
                    </a:cubicBezTo>
                    <a:cubicBezTo>
                      <a:pt x="377448" y="1246909"/>
                      <a:pt x="228944" y="1395413"/>
                      <a:pt x="45751" y="1395413"/>
                    </a:cubicBezTo>
                    <a:lnTo>
                      <a:pt x="0" y="1395413"/>
                    </a:lnTo>
                    <a:lnTo>
                      <a:pt x="0" y="2104557"/>
                    </a:lnTo>
                    <a:lnTo>
                      <a:pt x="3751601" y="2104557"/>
                    </a:lnTo>
                    <a:lnTo>
                      <a:pt x="3751601" y="1395413"/>
                    </a:lnTo>
                    <a:lnTo>
                      <a:pt x="3705850" y="1395413"/>
                    </a:lnTo>
                    <a:cubicBezTo>
                      <a:pt x="3522657" y="1395413"/>
                      <a:pt x="3374153" y="1246909"/>
                      <a:pt x="3374153" y="1063716"/>
                    </a:cubicBezTo>
                    <a:cubicBezTo>
                      <a:pt x="3374153" y="880524"/>
                      <a:pt x="3522657" y="732020"/>
                      <a:pt x="3705850" y="732020"/>
                    </a:cubicBezTo>
                    <a:close/>
                    <a:moveTo>
                      <a:pt x="3282651" y="1063716"/>
                    </a:moveTo>
                    <a:cubicBezTo>
                      <a:pt x="3282825" y="1279703"/>
                      <a:pt x="3445406" y="1461006"/>
                      <a:pt x="3660098" y="1484627"/>
                    </a:cubicBezTo>
                    <a:lnTo>
                      <a:pt x="3660098" y="2013054"/>
                    </a:lnTo>
                    <a:lnTo>
                      <a:pt x="2882328" y="2013054"/>
                    </a:lnTo>
                    <a:lnTo>
                      <a:pt x="2882328" y="1830049"/>
                    </a:lnTo>
                    <a:lnTo>
                      <a:pt x="2790825" y="1830049"/>
                    </a:lnTo>
                    <a:lnTo>
                      <a:pt x="2790825" y="2013054"/>
                    </a:lnTo>
                    <a:lnTo>
                      <a:pt x="91502" y="2013054"/>
                    </a:lnTo>
                    <a:lnTo>
                      <a:pt x="91502" y="1484444"/>
                    </a:lnTo>
                    <a:cubicBezTo>
                      <a:pt x="323864" y="1459226"/>
                      <a:pt x="491789" y="1250418"/>
                      <a:pt x="466571" y="1018056"/>
                    </a:cubicBezTo>
                    <a:cubicBezTo>
                      <a:pt x="445127" y="820471"/>
                      <a:pt x="289084" y="664431"/>
                      <a:pt x="91502" y="642988"/>
                    </a:cubicBezTo>
                    <a:lnTo>
                      <a:pt x="91502" y="91502"/>
                    </a:lnTo>
                    <a:lnTo>
                      <a:pt x="2790825" y="91502"/>
                    </a:lnTo>
                    <a:lnTo>
                      <a:pt x="2790825" y="274507"/>
                    </a:lnTo>
                    <a:lnTo>
                      <a:pt x="2882328" y="274507"/>
                    </a:lnTo>
                    <a:lnTo>
                      <a:pt x="2882328" y="91502"/>
                    </a:lnTo>
                    <a:lnTo>
                      <a:pt x="3660098" y="91502"/>
                    </a:lnTo>
                    <a:lnTo>
                      <a:pt x="3660098" y="642988"/>
                    </a:lnTo>
                    <a:cubicBezTo>
                      <a:pt x="3445475" y="666600"/>
                      <a:pt x="3282916" y="847798"/>
                      <a:pt x="3282651" y="1063716"/>
                    </a:cubicBezTo>
                    <a:close/>
                  </a:path>
                </a:pathLst>
              </a:custGeom>
              <a:grpFill/>
              <a:ln w="4574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79" name="직사각형 78">
                <a:extLst>
                  <a:ext uri="{FF2B5EF4-FFF2-40B4-BE49-F238E27FC236}">
                    <a16:creationId xmlns:a16="http://schemas.microsoft.com/office/drawing/2014/main" id="{8453E627-11B7-0B48-7027-993D187BE560}"/>
                  </a:ext>
                </a:extLst>
              </p:cNvPr>
              <p:cNvSpPr/>
              <p:nvPr/>
            </p:nvSpPr>
            <p:spPr>
              <a:xfrm>
                <a:off x="3365935" y="1921548"/>
                <a:ext cx="91502" cy="274507"/>
              </a:xfrm>
              <a:prstGeom prst="rect">
                <a:avLst/>
              </a:prstGeom>
              <a:grpFill/>
              <a:ln w="4574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80" name="직사각형 79">
                <a:extLst>
                  <a:ext uri="{FF2B5EF4-FFF2-40B4-BE49-F238E27FC236}">
                    <a16:creationId xmlns:a16="http://schemas.microsoft.com/office/drawing/2014/main" id="{5B00A989-D77D-1665-1F09-A1B624B34543}"/>
                  </a:ext>
                </a:extLst>
              </p:cNvPr>
              <p:cNvSpPr/>
              <p:nvPr/>
            </p:nvSpPr>
            <p:spPr>
              <a:xfrm>
                <a:off x="3365930" y="2379060"/>
                <a:ext cx="91502" cy="274507"/>
              </a:xfrm>
              <a:prstGeom prst="rect">
                <a:avLst/>
              </a:prstGeom>
              <a:grpFill/>
              <a:ln w="4574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81" name="직사각형 80">
                <a:extLst>
                  <a:ext uri="{FF2B5EF4-FFF2-40B4-BE49-F238E27FC236}">
                    <a16:creationId xmlns:a16="http://schemas.microsoft.com/office/drawing/2014/main" id="{EAC26F32-0C3C-DA3D-EC89-BBC888F76CCD}"/>
                  </a:ext>
                </a:extLst>
              </p:cNvPr>
              <p:cNvSpPr/>
              <p:nvPr/>
            </p:nvSpPr>
            <p:spPr>
              <a:xfrm>
                <a:off x="3365917" y="2836576"/>
                <a:ext cx="91502" cy="274507"/>
              </a:xfrm>
              <a:prstGeom prst="rect">
                <a:avLst/>
              </a:prstGeom>
              <a:grpFill/>
              <a:ln w="4574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75" name="그룹 74">
              <a:extLst>
                <a:ext uri="{FF2B5EF4-FFF2-40B4-BE49-F238E27FC236}">
                  <a16:creationId xmlns:a16="http://schemas.microsoft.com/office/drawing/2014/main" id="{2E015049-F7BE-DDDE-F520-01A642C36F4A}"/>
                </a:ext>
              </a:extLst>
            </p:cNvPr>
            <p:cNvGrpSpPr/>
            <p:nvPr/>
          </p:nvGrpSpPr>
          <p:grpSpPr>
            <a:xfrm>
              <a:off x="3297365" y="1604963"/>
              <a:ext cx="597103" cy="1540573"/>
              <a:chOff x="3297365" y="1604963"/>
              <a:chExt cx="597103" cy="1540573"/>
            </a:xfrm>
            <a:grpFill/>
          </p:grpSpPr>
          <p:sp>
            <p:nvSpPr>
              <p:cNvPr id="76" name="직사각형 75">
                <a:extLst>
                  <a:ext uri="{FF2B5EF4-FFF2-40B4-BE49-F238E27FC236}">
                    <a16:creationId xmlns:a16="http://schemas.microsoft.com/office/drawing/2014/main" id="{E2BEB8C2-909D-CD3F-4EA9-2DDEA10281BA}"/>
                  </a:ext>
                </a:extLst>
              </p:cNvPr>
              <p:cNvSpPr/>
              <p:nvPr/>
            </p:nvSpPr>
            <p:spPr>
              <a:xfrm>
                <a:off x="3297365" y="1704261"/>
                <a:ext cx="597103" cy="1441275"/>
              </a:xfrm>
              <a:prstGeom prst="rect">
                <a:avLst/>
              </a:prstGeom>
              <a:solidFill>
                <a:srgbClr val="EDEEE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cxnSp>
            <p:nvCxnSpPr>
              <p:cNvPr id="77" name="직선 연결선 76">
                <a:extLst>
                  <a:ext uri="{FF2B5EF4-FFF2-40B4-BE49-F238E27FC236}">
                    <a16:creationId xmlns:a16="http://schemas.microsoft.com/office/drawing/2014/main" id="{4D01D8CB-EC28-D89D-05C6-2223B0C9090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45256" y="1604963"/>
                <a:ext cx="0" cy="1540572"/>
              </a:xfrm>
              <a:prstGeom prst="line">
                <a:avLst/>
              </a:prstGeom>
              <a:grpFill/>
              <a:ln w="85725"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20" name="TextBox 119">
            <a:extLst>
              <a:ext uri="{FF2B5EF4-FFF2-40B4-BE49-F238E27FC236}">
                <a16:creationId xmlns:a16="http://schemas.microsoft.com/office/drawing/2014/main" id="{2E74E9DC-E05D-D9B4-C371-D2DBF5E62A61}"/>
              </a:ext>
            </a:extLst>
          </p:cNvPr>
          <p:cNvSpPr txBox="1"/>
          <p:nvPr/>
        </p:nvSpPr>
        <p:spPr>
          <a:xfrm>
            <a:off x="4454130" y="1639761"/>
            <a:ext cx="205812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b="1" dirty="0"/>
              <a:t>로그인 / 회원가입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ko-KR" sz="1600" dirty="0"/>
              <a:t>회원가입 및</a:t>
            </a:r>
            <a:endParaRPr lang="en-US" altLang="ko-KR" sz="1600" dirty="0"/>
          </a:p>
          <a:p>
            <a:r>
              <a:rPr lang="en-US" altLang="ko-KR" sz="1600" dirty="0"/>
              <a:t>    </a:t>
            </a:r>
            <a:r>
              <a:rPr lang="ko-KR" altLang="ko-KR" sz="1600" dirty="0"/>
              <a:t>로그인 기능 구현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ko-KR" sz="1600" dirty="0"/>
              <a:t>이메일 인증 및</a:t>
            </a:r>
            <a:endParaRPr lang="en-US" altLang="ko-KR" sz="1600" dirty="0"/>
          </a:p>
          <a:p>
            <a:r>
              <a:rPr lang="en-US" altLang="ko-KR" sz="1600" dirty="0"/>
              <a:t>    </a:t>
            </a:r>
            <a:r>
              <a:rPr lang="ko-KR" altLang="ko-KR" sz="1600" dirty="0"/>
              <a:t>사용자 정보 관리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7185CEA3-A5DB-CA31-EE8F-D05885ED9064}"/>
              </a:ext>
            </a:extLst>
          </p:cNvPr>
          <p:cNvSpPr txBox="1"/>
          <p:nvPr/>
        </p:nvSpPr>
        <p:spPr>
          <a:xfrm>
            <a:off x="6901867" y="1807150"/>
            <a:ext cx="461665" cy="1751566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ko-KR" altLang="en-US" dirty="0"/>
              <a:t>이경목</a:t>
            </a:r>
            <a:r>
              <a:rPr lang="en-US" altLang="ko-KR" dirty="0"/>
              <a:t>, </a:t>
            </a:r>
            <a:r>
              <a:rPr lang="ko-KR" altLang="en-US" dirty="0"/>
              <a:t>박창렬</a:t>
            </a:r>
          </a:p>
        </p:txBody>
      </p:sp>
      <p:grpSp>
        <p:nvGrpSpPr>
          <p:cNvPr id="87" name="그룹 86">
            <a:extLst>
              <a:ext uri="{FF2B5EF4-FFF2-40B4-BE49-F238E27FC236}">
                <a16:creationId xmlns:a16="http://schemas.microsoft.com/office/drawing/2014/main" id="{1E96F3F7-1FFE-D72C-F2C5-7DBE027743A2}"/>
              </a:ext>
            </a:extLst>
          </p:cNvPr>
          <p:cNvGrpSpPr/>
          <p:nvPr/>
        </p:nvGrpSpPr>
        <p:grpSpPr>
          <a:xfrm>
            <a:off x="165525" y="4123797"/>
            <a:ext cx="3607192" cy="2549946"/>
            <a:chOff x="389160" y="1149927"/>
            <a:chExt cx="3505325" cy="2549946"/>
          </a:xfrm>
          <a:solidFill>
            <a:schemeClr val="accent3">
              <a:lumMod val="60000"/>
              <a:lumOff val="40000"/>
            </a:schemeClr>
          </a:solidFill>
        </p:grpSpPr>
        <p:grpSp>
          <p:nvGrpSpPr>
            <p:cNvPr id="97" name="그래픽 2" descr="티켓 윤곽선">
              <a:extLst>
                <a:ext uri="{FF2B5EF4-FFF2-40B4-BE49-F238E27FC236}">
                  <a16:creationId xmlns:a16="http://schemas.microsoft.com/office/drawing/2014/main" id="{C2139C1B-B4CB-B4BF-9954-BC9E87207C14}"/>
                </a:ext>
              </a:extLst>
            </p:cNvPr>
            <p:cNvGrpSpPr/>
            <p:nvPr/>
          </p:nvGrpSpPr>
          <p:grpSpPr>
            <a:xfrm>
              <a:off x="389160" y="1149927"/>
              <a:ext cx="3505325" cy="2549946"/>
              <a:chOff x="575092" y="1464037"/>
              <a:chExt cx="3751606" cy="2104553"/>
            </a:xfrm>
            <a:grpFill/>
          </p:grpSpPr>
          <p:sp>
            <p:nvSpPr>
              <p:cNvPr id="101" name="자유형: 도형 100">
                <a:extLst>
                  <a:ext uri="{FF2B5EF4-FFF2-40B4-BE49-F238E27FC236}">
                    <a16:creationId xmlns:a16="http://schemas.microsoft.com/office/drawing/2014/main" id="{40400C44-DB9D-5288-3A3E-E2116CC340FB}"/>
                  </a:ext>
                </a:extLst>
              </p:cNvPr>
              <p:cNvSpPr/>
              <p:nvPr/>
            </p:nvSpPr>
            <p:spPr>
              <a:xfrm>
                <a:off x="575092" y="1464037"/>
                <a:ext cx="3751606" cy="2104553"/>
              </a:xfrm>
              <a:custGeom>
                <a:avLst/>
                <a:gdLst>
                  <a:gd name="csX0" fmla="*/ 3705850 w 3751600"/>
                  <a:gd name="csY0" fmla="*/ 732020 h 2104556"/>
                  <a:gd name="csX1" fmla="*/ 3751601 w 3751600"/>
                  <a:gd name="csY1" fmla="*/ 732020 h 2104556"/>
                  <a:gd name="csX2" fmla="*/ 3751601 w 3751600"/>
                  <a:gd name="csY2" fmla="*/ 0 h 2104556"/>
                  <a:gd name="csX3" fmla="*/ 0 w 3751600"/>
                  <a:gd name="csY3" fmla="*/ 0 h 2104556"/>
                  <a:gd name="csX4" fmla="*/ 0 w 3751600"/>
                  <a:gd name="csY4" fmla="*/ 732020 h 2104556"/>
                  <a:gd name="csX5" fmla="*/ 45751 w 3751600"/>
                  <a:gd name="csY5" fmla="*/ 732020 h 2104556"/>
                  <a:gd name="csX6" fmla="*/ 377448 w 3751600"/>
                  <a:gd name="csY6" fmla="*/ 1063716 h 2104556"/>
                  <a:gd name="csX7" fmla="*/ 45751 w 3751600"/>
                  <a:gd name="csY7" fmla="*/ 1395413 h 2104556"/>
                  <a:gd name="csX8" fmla="*/ 0 w 3751600"/>
                  <a:gd name="csY8" fmla="*/ 1395413 h 2104556"/>
                  <a:gd name="csX9" fmla="*/ 0 w 3751600"/>
                  <a:gd name="csY9" fmla="*/ 2104557 h 2104556"/>
                  <a:gd name="csX10" fmla="*/ 3751601 w 3751600"/>
                  <a:gd name="csY10" fmla="*/ 2104557 h 2104556"/>
                  <a:gd name="csX11" fmla="*/ 3751601 w 3751600"/>
                  <a:gd name="csY11" fmla="*/ 1395413 h 2104556"/>
                  <a:gd name="csX12" fmla="*/ 3705850 w 3751600"/>
                  <a:gd name="csY12" fmla="*/ 1395413 h 2104556"/>
                  <a:gd name="csX13" fmla="*/ 3374153 w 3751600"/>
                  <a:gd name="csY13" fmla="*/ 1063716 h 2104556"/>
                  <a:gd name="csX14" fmla="*/ 3705850 w 3751600"/>
                  <a:gd name="csY14" fmla="*/ 732020 h 2104556"/>
                  <a:gd name="csX15" fmla="*/ 3282651 w 3751600"/>
                  <a:gd name="csY15" fmla="*/ 1063716 h 2104556"/>
                  <a:gd name="csX16" fmla="*/ 3660098 w 3751600"/>
                  <a:gd name="csY16" fmla="*/ 1484627 h 2104556"/>
                  <a:gd name="csX17" fmla="*/ 3660098 w 3751600"/>
                  <a:gd name="csY17" fmla="*/ 2013054 h 2104556"/>
                  <a:gd name="csX18" fmla="*/ 2882328 w 3751600"/>
                  <a:gd name="csY18" fmla="*/ 2013054 h 2104556"/>
                  <a:gd name="csX19" fmla="*/ 2882328 w 3751600"/>
                  <a:gd name="csY19" fmla="*/ 1830049 h 2104556"/>
                  <a:gd name="csX20" fmla="*/ 2790825 w 3751600"/>
                  <a:gd name="csY20" fmla="*/ 1830049 h 2104556"/>
                  <a:gd name="csX21" fmla="*/ 2790825 w 3751600"/>
                  <a:gd name="csY21" fmla="*/ 2013054 h 2104556"/>
                  <a:gd name="csX22" fmla="*/ 91502 w 3751600"/>
                  <a:gd name="csY22" fmla="*/ 2013054 h 2104556"/>
                  <a:gd name="csX23" fmla="*/ 91502 w 3751600"/>
                  <a:gd name="csY23" fmla="*/ 1484444 h 2104556"/>
                  <a:gd name="csX24" fmla="*/ 466571 w 3751600"/>
                  <a:gd name="csY24" fmla="*/ 1018056 h 2104556"/>
                  <a:gd name="csX25" fmla="*/ 91502 w 3751600"/>
                  <a:gd name="csY25" fmla="*/ 642988 h 2104556"/>
                  <a:gd name="csX26" fmla="*/ 91502 w 3751600"/>
                  <a:gd name="csY26" fmla="*/ 91502 h 2104556"/>
                  <a:gd name="csX27" fmla="*/ 2790825 w 3751600"/>
                  <a:gd name="csY27" fmla="*/ 91502 h 2104556"/>
                  <a:gd name="csX28" fmla="*/ 2790825 w 3751600"/>
                  <a:gd name="csY28" fmla="*/ 274507 h 2104556"/>
                  <a:gd name="csX29" fmla="*/ 2882328 w 3751600"/>
                  <a:gd name="csY29" fmla="*/ 274507 h 2104556"/>
                  <a:gd name="csX30" fmla="*/ 2882328 w 3751600"/>
                  <a:gd name="csY30" fmla="*/ 91502 h 2104556"/>
                  <a:gd name="csX31" fmla="*/ 3660098 w 3751600"/>
                  <a:gd name="csY31" fmla="*/ 91502 h 2104556"/>
                  <a:gd name="csX32" fmla="*/ 3660098 w 3751600"/>
                  <a:gd name="csY32" fmla="*/ 642988 h 2104556"/>
                  <a:gd name="csX33" fmla="*/ 3282651 w 3751600"/>
                  <a:gd name="csY33" fmla="*/ 1063716 h 21045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</a:cxnLst>
                <a:rect l="l" t="t" r="r" b="b"/>
                <a:pathLst>
                  <a:path w="3751600" h="2104556">
                    <a:moveTo>
                      <a:pt x="3705850" y="732020"/>
                    </a:moveTo>
                    <a:lnTo>
                      <a:pt x="3751601" y="732020"/>
                    </a:lnTo>
                    <a:lnTo>
                      <a:pt x="3751601" y="0"/>
                    </a:lnTo>
                    <a:lnTo>
                      <a:pt x="0" y="0"/>
                    </a:lnTo>
                    <a:lnTo>
                      <a:pt x="0" y="732020"/>
                    </a:lnTo>
                    <a:lnTo>
                      <a:pt x="45751" y="732020"/>
                    </a:lnTo>
                    <a:cubicBezTo>
                      <a:pt x="228944" y="732020"/>
                      <a:pt x="377448" y="880524"/>
                      <a:pt x="377448" y="1063716"/>
                    </a:cubicBezTo>
                    <a:cubicBezTo>
                      <a:pt x="377448" y="1246909"/>
                      <a:pt x="228944" y="1395413"/>
                      <a:pt x="45751" y="1395413"/>
                    </a:cubicBezTo>
                    <a:lnTo>
                      <a:pt x="0" y="1395413"/>
                    </a:lnTo>
                    <a:lnTo>
                      <a:pt x="0" y="2104557"/>
                    </a:lnTo>
                    <a:lnTo>
                      <a:pt x="3751601" y="2104557"/>
                    </a:lnTo>
                    <a:lnTo>
                      <a:pt x="3751601" y="1395413"/>
                    </a:lnTo>
                    <a:lnTo>
                      <a:pt x="3705850" y="1395413"/>
                    </a:lnTo>
                    <a:cubicBezTo>
                      <a:pt x="3522657" y="1395413"/>
                      <a:pt x="3374153" y="1246909"/>
                      <a:pt x="3374153" y="1063716"/>
                    </a:cubicBezTo>
                    <a:cubicBezTo>
                      <a:pt x="3374153" y="880524"/>
                      <a:pt x="3522657" y="732020"/>
                      <a:pt x="3705850" y="732020"/>
                    </a:cubicBezTo>
                    <a:close/>
                    <a:moveTo>
                      <a:pt x="3282651" y="1063716"/>
                    </a:moveTo>
                    <a:cubicBezTo>
                      <a:pt x="3282825" y="1279703"/>
                      <a:pt x="3445406" y="1461006"/>
                      <a:pt x="3660098" y="1484627"/>
                    </a:cubicBezTo>
                    <a:lnTo>
                      <a:pt x="3660098" y="2013054"/>
                    </a:lnTo>
                    <a:lnTo>
                      <a:pt x="2882328" y="2013054"/>
                    </a:lnTo>
                    <a:lnTo>
                      <a:pt x="2882328" y="1830049"/>
                    </a:lnTo>
                    <a:lnTo>
                      <a:pt x="2790825" y="1830049"/>
                    </a:lnTo>
                    <a:lnTo>
                      <a:pt x="2790825" y="2013054"/>
                    </a:lnTo>
                    <a:lnTo>
                      <a:pt x="91502" y="2013054"/>
                    </a:lnTo>
                    <a:lnTo>
                      <a:pt x="91502" y="1484444"/>
                    </a:lnTo>
                    <a:cubicBezTo>
                      <a:pt x="323864" y="1459226"/>
                      <a:pt x="491789" y="1250418"/>
                      <a:pt x="466571" y="1018056"/>
                    </a:cubicBezTo>
                    <a:cubicBezTo>
                      <a:pt x="445127" y="820471"/>
                      <a:pt x="289084" y="664431"/>
                      <a:pt x="91502" y="642988"/>
                    </a:cubicBezTo>
                    <a:lnTo>
                      <a:pt x="91502" y="91502"/>
                    </a:lnTo>
                    <a:lnTo>
                      <a:pt x="2790825" y="91502"/>
                    </a:lnTo>
                    <a:lnTo>
                      <a:pt x="2790825" y="274507"/>
                    </a:lnTo>
                    <a:lnTo>
                      <a:pt x="2882328" y="274507"/>
                    </a:lnTo>
                    <a:lnTo>
                      <a:pt x="2882328" y="91502"/>
                    </a:lnTo>
                    <a:lnTo>
                      <a:pt x="3660098" y="91502"/>
                    </a:lnTo>
                    <a:lnTo>
                      <a:pt x="3660098" y="642988"/>
                    </a:lnTo>
                    <a:cubicBezTo>
                      <a:pt x="3445475" y="666600"/>
                      <a:pt x="3282916" y="847798"/>
                      <a:pt x="3282651" y="1063716"/>
                    </a:cubicBezTo>
                    <a:close/>
                  </a:path>
                </a:pathLst>
              </a:custGeom>
              <a:grpFill/>
              <a:ln w="4574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102" name="직사각형 101">
                <a:extLst>
                  <a:ext uri="{FF2B5EF4-FFF2-40B4-BE49-F238E27FC236}">
                    <a16:creationId xmlns:a16="http://schemas.microsoft.com/office/drawing/2014/main" id="{B3173825-F18F-8F19-870D-B385D29CCA08}"/>
                  </a:ext>
                </a:extLst>
              </p:cNvPr>
              <p:cNvSpPr/>
              <p:nvPr/>
            </p:nvSpPr>
            <p:spPr>
              <a:xfrm>
                <a:off x="3365935" y="1921548"/>
                <a:ext cx="91502" cy="274507"/>
              </a:xfrm>
              <a:prstGeom prst="rect">
                <a:avLst/>
              </a:prstGeom>
              <a:grpFill/>
              <a:ln w="4574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103" name="직사각형 102">
                <a:extLst>
                  <a:ext uri="{FF2B5EF4-FFF2-40B4-BE49-F238E27FC236}">
                    <a16:creationId xmlns:a16="http://schemas.microsoft.com/office/drawing/2014/main" id="{67A592E7-CC6F-4AC5-8A86-ACA330A8299A}"/>
                  </a:ext>
                </a:extLst>
              </p:cNvPr>
              <p:cNvSpPr/>
              <p:nvPr/>
            </p:nvSpPr>
            <p:spPr>
              <a:xfrm>
                <a:off x="3365930" y="2379060"/>
                <a:ext cx="91502" cy="274507"/>
              </a:xfrm>
              <a:prstGeom prst="rect">
                <a:avLst/>
              </a:prstGeom>
              <a:grpFill/>
              <a:ln w="4574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04" name="직사각형 103">
                <a:extLst>
                  <a:ext uri="{FF2B5EF4-FFF2-40B4-BE49-F238E27FC236}">
                    <a16:creationId xmlns:a16="http://schemas.microsoft.com/office/drawing/2014/main" id="{209F638C-235D-FDA1-DE84-842D41ABE158}"/>
                  </a:ext>
                </a:extLst>
              </p:cNvPr>
              <p:cNvSpPr/>
              <p:nvPr/>
            </p:nvSpPr>
            <p:spPr>
              <a:xfrm>
                <a:off x="3365917" y="2836576"/>
                <a:ext cx="91502" cy="274507"/>
              </a:xfrm>
              <a:prstGeom prst="rect">
                <a:avLst/>
              </a:prstGeom>
              <a:grpFill/>
              <a:ln w="4574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98" name="그룹 97">
              <a:extLst>
                <a:ext uri="{FF2B5EF4-FFF2-40B4-BE49-F238E27FC236}">
                  <a16:creationId xmlns:a16="http://schemas.microsoft.com/office/drawing/2014/main" id="{38E591E7-9742-29C0-8299-8870A11E9AB5}"/>
                </a:ext>
              </a:extLst>
            </p:cNvPr>
            <p:cNvGrpSpPr/>
            <p:nvPr/>
          </p:nvGrpSpPr>
          <p:grpSpPr>
            <a:xfrm>
              <a:off x="3297365" y="1604963"/>
              <a:ext cx="597103" cy="1540573"/>
              <a:chOff x="3297365" y="1604963"/>
              <a:chExt cx="597103" cy="1540573"/>
            </a:xfrm>
            <a:grpFill/>
          </p:grpSpPr>
          <p:sp>
            <p:nvSpPr>
              <p:cNvPr id="99" name="직사각형 98">
                <a:extLst>
                  <a:ext uri="{FF2B5EF4-FFF2-40B4-BE49-F238E27FC236}">
                    <a16:creationId xmlns:a16="http://schemas.microsoft.com/office/drawing/2014/main" id="{90FA9BEC-1842-0E2D-2011-FDE75FB9CA85}"/>
                  </a:ext>
                </a:extLst>
              </p:cNvPr>
              <p:cNvSpPr/>
              <p:nvPr/>
            </p:nvSpPr>
            <p:spPr>
              <a:xfrm>
                <a:off x="3297365" y="1704261"/>
                <a:ext cx="597103" cy="1441275"/>
              </a:xfrm>
              <a:prstGeom prst="rect">
                <a:avLst/>
              </a:prstGeom>
              <a:solidFill>
                <a:srgbClr val="EDEEE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cxnSp>
            <p:nvCxnSpPr>
              <p:cNvPr id="100" name="직선 연결선 99">
                <a:extLst>
                  <a:ext uri="{FF2B5EF4-FFF2-40B4-BE49-F238E27FC236}">
                    <a16:creationId xmlns:a16="http://schemas.microsoft.com/office/drawing/2014/main" id="{F9230F0C-51EB-1F37-E055-0B836788767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45256" y="1604963"/>
                <a:ext cx="0" cy="1540572"/>
              </a:xfrm>
              <a:prstGeom prst="line">
                <a:avLst/>
              </a:prstGeom>
              <a:grpFill/>
              <a:ln w="85725"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14" name="TextBox 113">
            <a:extLst>
              <a:ext uri="{FF2B5EF4-FFF2-40B4-BE49-F238E27FC236}">
                <a16:creationId xmlns:a16="http://schemas.microsoft.com/office/drawing/2014/main" id="{7599EE6A-F167-7FA8-A737-A2B7B79FD402}"/>
              </a:ext>
            </a:extLst>
          </p:cNvPr>
          <p:cNvSpPr txBox="1"/>
          <p:nvPr/>
        </p:nvSpPr>
        <p:spPr>
          <a:xfrm>
            <a:off x="562313" y="4383955"/>
            <a:ext cx="2127415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b="1" dirty="0"/>
              <a:t>문의 · 후기 게시판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ko-KR" sz="1600" dirty="0"/>
              <a:t>문의 등록 및 관리자 답변 기능 구현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ko-KR" sz="1600" dirty="0"/>
              <a:t>여행 후기 작성 및 이미지 등록 기능 제공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F6A0F070-D4E5-9174-BCBC-7DCC4FEC7F6E}"/>
              </a:ext>
            </a:extLst>
          </p:cNvPr>
          <p:cNvSpPr txBox="1"/>
          <p:nvPr/>
        </p:nvSpPr>
        <p:spPr>
          <a:xfrm>
            <a:off x="3099879" y="4925514"/>
            <a:ext cx="461665" cy="98623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ko-KR" altLang="en-US" dirty="0"/>
              <a:t>김준하</a:t>
            </a:r>
          </a:p>
        </p:txBody>
      </p: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3CE97154-1910-74E1-400D-6F9CD83D7AA0}"/>
              </a:ext>
            </a:extLst>
          </p:cNvPr>
          <p:cNvGrpSpPr/>
          <p:nvPr/>
        </p:nvGrpSpPr>
        <p:grpSpPr>
          <a:xfrm>
            <a:off x="3998962" y="4123795"/>
            <a:ext cx="3607192" cy="2549946"/>
            <a:chOff x="389160" y="1149927"/>
            <a:chExt cx="3505325" cy="2549946"/>
          </a:xfrm>
          <a:solidFill>
            <a:schemeClr val="accent3">
              <a:lumMod val="60000"/>
              <a:lumOff val="40000"/>
            </a:schemeClr>
          </a:solidFill>
        </p:grpSpPr>
        <p:grpSp>
          <p:nvGrpSpPr>
            <p:cNvPr id="89" name="그래픽 2" descr="티켓 윤곽선">
              <a:extLst>
                <a:ext uri="{FF2B5EF4-FFF2-40B4-BE49-F238E27FC236}">
                  <a16:creationId xmlns:a16="http://schemas.microsoft.com/office/drawing/2014/main" id="{ED78972A-F380-2F09-0010-39B4836EBE50}"/>
                </a:ext>
              </a:extLst>
            </p:cNvPr>
            <p:cNvGrpSpPr/>
            <p:nvPr/>
          </p:nvGrpSpPr>
          <p:grpSpPr>
            <a:xfrm>
              <a:off x="389160" y="1149927"/>
              <a:ext cx="3505325" cy="2549946"/>
              <a:chOff x="575092" y="1464037"/>
              <a:chExt cx="3751606" cy="2104553"/>
            </a:xfrm>
            <a:grpFill/>
          </p:grpSpPr>
          <p:sp>
            <p:nvSpPr>
              <p:cNvPr id="93" name="자유형: 도형 92">
                <a:extLst>
                  <a:ext uri="{FF2B5EF4-FFF2-40B4-BE49-F238E27FC236}">
                    <a16:creationId xmlns:a16="http://schemas.microsoft.com/office/drawing/2014/main" id="{84BD8EFE-EF87-F838-87D7-C6E06BBBD78E}"/>
                  </a:ext>
                </a:extLst>
              </p:cNvPr>
              <p:cNvSpPr/>
              <p:nvPr/>
            </p:nvSpPr>
            <p:spPr>
              <a:xfrm>
                <a:off x="575092" y="1464037"/>
                <a:ext cx="3751606" cy="2104553"/>
              </a:xfrm>
              <a:custGeom>
                <a:avLst/>
                <a:gdLst>
                  <a:gd name="csX0" fmla="*/ 3705850 w 3751600"/>
                  <a:gd name="csY0" fmla="*/ 732020 h 2104556"/>
                  <a:gd name="csX1" fmla="*/ 3751601 w 3751600"/>
                  <a:gd name="csY1" fmla="*/ 732020 h 2104556"/>
                  <a:gd name="csX2" fmla="*/ 3751601 w 3751600"/>
                  <a:gd name="csY2" fmla="*/ 0 h 2104556"/>
                  <a:gd name="csX3" fmla="*/ 0 w 3751600"/>
                  <a:gd name="csY3" fmla="*/ 0 h 2104556"/>
                  <a:gd name="csX4" fmla="*/ 0 w 3751600"/>
                  <a:gd name="csY4" fmla="*/ 732020 h 2104556"/>
                  <a:gd name="csX5" fmla="*/ 45751 w 3751600"/>
                  <a:gd name="csY5" fmla="*/ 732020 h 2104556"/>
                  <a:gd name="csX6" fmla="*/ 377448 w 3751600"/>
                  <a:gd name="csY6" fmla="*/ 1063716 h 2104556"/>
                  <a:gd name="csX7" fmla="*/ 45751 w 3751600"/>
                  <a:gd name="csY7" fmla="*/ 1395413 h 2104556"/>
                  <a:gd name="csX8" fmla="*/ 0 w 3751600"/>
                  <a:gd name="csY8" fmla="*/ 1395413 h 2104556"/>
                  <a:gd name="csX9" fmla="*/ 0 w 3751600"/>
                  <a:gd name="csY9" fmla="*/ 2104557 h 2104556"/>
                  <a:gd name="csX10" fmla="*/ 3751601 w 3751600"/>
                  <a:gd name="csY10" fmla="*/ 2104557 h 2104556"/>
                  <a:gd name="csX11" fmla="*/ 3751601 w 3751600"/>
                  <a:gd name="csY11" fmla="*/ 1395413 h 2104556"/>
                  <a:gd name="csX12" fmla="*/ 3705850 w 3751600"/>
                  <a:gd name="csY12" fmla="*/ 1395413 h 2104556"/>
                  <a:gd name="csX13" fmla="*/ 3374153 w 3751600"/>
                  <a:gd name="csY13" fmla="*/ 1063716 h 2104556"/>
                  <a:gd name="csX14" fmla="*/ 3705850 w 3751600"/>
                  <a:gd name="csY14" fmla="*/ 732020 h 2104556"/>
                  <a:gd name="csX15" fmla="*/ 3282651 w 3751600"/>
                  <a:gd name="csY15" fmla="*/ 1063716 h 2104556"/>
                  <a:gd name="csX16" fmla="*/ 3660098 w 3751600"/>
                  <a:gd name="csY16" fmla="*/ 1484627 h 2104556"/>
                  <a:gd name="csX17" fmla="*/ 3660098 w 3751600"/>
                  <a:gd name="csY17" fmla="*/ 2013054 h 2104556"/>
                  <a:gd name="csX18" fmla="*/ 2882328 w 3751600"/>
                  <a:gd name="csY18" fmla="*/ 2013054 h 2104556"/>
                  <a:gd name="csX19" fmla="*/ 2882328 w 3751600"/>
                  <a:gd name="csY19" fmla="*/ 1830049 h 2104556"/>
                  <a:gd name="csX20" fmla="*/ 2790825 w 3751600"/>
                  <a:gd name="csY20" fmla="*/ 1830049 h 2104556"/>
                  <a:gd name="csX21" fmla="*/ 2790825 w 3751600"/>
                  <a:gd name="csY21" fmla="*/ 2013054 h 2104556"/>
                  <a:gd name="csX22" fmla="*/ 91502 w 3751600"/>
                  <a:gd name="csY22" fmla="*/ 2013054 h 2104556"/>
                  <a:gd name="csX23" fmla="*/ 91502 w 3751600"/>
                  <a:gd name="csY23" fmla="*/ 1484444 h 2104556"/>
                  <a:gd name="csX24" fmla="*/ 466571 w 3751600"/>
                  <a:gd name="csY24" fmla="*/ 1018056 h 2104556"/>
                  <a:gd name="csX25" fmla="*/ 91502 w 3751600"/>
                  <a:gd name="csY25" fmla="*/ 642988 h 2104556"/>
                  <a:gd name="csX26" fmla="*/ 91502 w 3751600"/>
                  <a:gd name="csY26" fmla="*/ 91502 h 2104556"/>
                  <a:gd name="csX27" fmla="*/ 2790825 w 3751600"/>
                  <a:gd name="csY27" fmla="*/ 91502 h 2104556"/>
                  <a:gd name="csX28" fmla="*/ 2790825 w 3751600"/>
                  <a:gd name="csY28" fmla="*/ 274507 h 2104556"/>
                  <a:gd name="csX29" fmla="*/ 2882328 w 3751600"/>
                  <a:gd name="csY29" fmla="*/ 274507 h 2104556"/>
                  <a:gd name="csX30" fmla="*/ 2882328 w 3751600"/>
                  <a:gd name="csY30" fmla="*/ 91502 h 2104556"/>
                  <a:gd name="csX31" fmla="*/ 3660098 w 3751600"/>
                  <a:gd name="csY31" fmla="*/ 91502 h 2104556"/>
                  <a:gd name="csX32" fmla="*/ 3660098 w 3751600"/>
                  <a:gd name="csY32" fmla="*/ 642988 h 2104556"/>
                  <a:gd name="csX33" fmla="*/ 3282651 w 3751600"/>
                  <a:gd name="csY33" fmla="*/ 1063716 h 21045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</a:cxnLst>
                <a:rect l="l" t="t" r="r" b="b"/>
                <a:pathLst>
                  <a:path w="3751600" h="2104556">
                    <a:moveTo>
                      <a:pt x="3705850" y="732020"/>
                    </a:moveTo>
                    <a:lnTo>
                      <a:pt x="3751601" y="732020"/>
                    </a:lnTo>
                    <a:lnTo>
                      <a:pt x="3751601" y="0"/>
                    </a:lnTo>
                    <a:lnTo>
                      <a:pt x="0" y="0"/>
                    </a:lnTo>
                    <a:lnTo>
                      <a:pt x="0" y="732020"/>
                    </a:lnTo>
                    <a:lnTo>
                      <a:pt x="45751" y="732020"/>
                    </a:lnTo>
                    <a:cubicBezTo>
                      <a:pt x="228944" y="732020"/>
                      <a:pt x="377448" y="880524"/>
                      <a:pt x="377448" y="1063716"/>
                    </a:cubicBezTo>
                    <a:cubicBezTo>
                      <a:pt x="377448" y="1246909"/>
                      <a:pt x="228944" y="1395413"/>
                      <a:pt x="45751" y="1395413"/>
                    </a:cubicBezTo>
                    <a:lnTo>
                      <a:pt x="0" y="1395413"/>
                    </a:lnTo>
                    <a:lnTo>
                      <a:pt x="0" y="2104557"/>
                    </a:lnTo>
                    <a:lnTo>
                      <a:pt x="3751601" y="2104557"/>
                    </a:lnTo>
                    <a:lnTo>
                      <a:pt x="3751601" y="1395413"/>
                    </a:lnTo>
                    <a:lnTo>
                      <a:pt x="3705850" y="1395413"/>
                    </a:lnTo>
                    <a:cubicBezTo>
                      <a:pt x="3522657" y="1395413"/>
                      <a:pt x="3374153" y="1246909"/>
                      <a:pt x="3374153" y="1063716"/>
                    </a:cubicBezTo>
                    <a:cubicBezTo>
                      <a:pt x="3374153" y="880524"/>
                      <a:pt x="3522657" y="732020"/>
                      <a:pt x="3705850" y="732020"/>
                    </a:cubicBezTo>
                    <a:close/>
                    <a:moveTo>
                      <a:pt x="3282651" y="1063716"/>
                    </a:moveTo>
                    <a:cubicBezTo>
                      <a:pt x="3282825" y="1279703"/>
                      <a:pt x="3445406" y="1461006"/>
                      <a:pt x="3660098" y="1484627"/>
                    </a:cubicBezTo>
                    <a:lnTo>
                      <a:pt x="3660098" y="2013054"/>
                    </a:lnTo>
                    <a:lnTo>
                      <a:pt x="2882328" y="2013054"/>
                    </a:lnTo>
                    <a:lnTo>
                      <a:pt x="2882328" y="1830049"/>
                    </a:lnTo>
                    <a:lnTo>
                      <a:pt x="2790825" y="1830049"/>
                    </a:lnTo>
                    <a:lnTo>
                      <a:pt x="2790825" y="2013054"/>
                    </a:lnTo>
                    <a:lnTo>
                      <a:pt x="91502" y="2013054"/>
                    </a:lnTo>
                    <a:lnTo>
                      <a:pt x="91502" y="1484444"/>
                    </a:lnTo>
                    <a:cubicBezTo>
                      <a:pt x="323864" y="1459226"/>
                      <a:pt x="491789" y="1250418"/>
                      <a:pt x="466571" y="1018056"/>
                    </a:cubicBezTo>
                    <a:cubicBezTo>
                      <a:pt x="445127" y="820471"/>
                      <a:pt x="289084" y="664431"/>
                      <a:pt x="91502" y="642988"/>
                    </a:cubicBezTo>
                    <a:lnTo>
                      <a:pt x="91502" y="91502"/>
                    </a:lnTo>
                    <a:lnTo>
                      <a:pt x="2790825" y="91502"/>
                    </a:lnTo>
                    <a:lnTo>
                      <a:pt x="2790825" y="274507"/>
                    </a:lnTo>
                    <a:lnTo>
                      <a:pt x="2882328" y="274507"/>
                    </a:lnTo>
                    <a:lnTo>
                      <a:pt x="2882328" y="91502"/>
                    </a:lnTo>
                    <a:lnTo>
                      <a:pt x="3660098" y="91502"/>
                    </a:lnTo>
                    <a:lnTo>
                      <a:pt x="3660098" y="642988"/>
                    </a:lnTo>
                    <a:cubicBezTo>
                      <a:pt x="3445475" y="666600"/>
                      <a:pt x="3282916" y="847798"/>
                      <a:pt x="3282651" y="1063716"/>
                    </a:cubicBezTo>
                    <a:close/>
                  </a:path>
                </a:pathLst>
              </a:custGeom>
              <a:grpFill/>
              <a:ln w="4574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94" name="직사각형 93">
                <a:extLst>
                  <a:ext uri="{FF2B5EF4-FFF2-40B4-BE49-F238E27FC236}">
                    <a16:creationId xmlns:a16="http://schemas.microsoft.com/office/drawing/2014/main" id="{36143D3C-5BFA-FFC9-427B-9BCE71D4D5DF}"/>
                  </a:ext>
                </a:extLst>
              </p:cNvPr>
              <p:cNvSpPr/>
              <p:nvPr/>
            </p:nvSpPr>
            <p:spPr>
              <a:xfrm>
                <a:off x="3365935" y="1921548"/>
                <a:ext cx="91502" cy="274507"/>
              </a:xfrm>
              <a:prstGeom prst="rect">
                <a:avLst/>
              </a:prstGeom>
              <a:grpFill/>
              <a:ln w="4574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95" name="직사각형 94">
                <a:extLst>
                  <a:ext uri="{FF2B5EF4-FFF2-40B4-BE49-F238E27FC236}">
                    <a16:creationId xmlns:a16="http://schemas.microsoft.com/office/drawing/2014/main" id="{E7BA9956-89E7-56A1-62D2-6E284E91F080}"/>
                  </a:ext>
                </a:extLst>
              </p:cNvPr>
              <p:cNvSpPr/>
              <p:nvPr/>
            </p:nvSpPr>
            <p:spPr>
              <a:xfrm>
                <a:off x="3365930" y="2379060"/>
                <a:ext cx="91502" cy="274507"/>
              </a:xfrm>
              <a:prstGeom prst="rect">
                <a:avLst/>
              </a:prstGeom>
              <a:grpFill/>
              <a:ln w="4574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96" name="직사각형 95">
                <a:extLst>
                  <a:ext uri="{FF2B5EF4-FFF2-40B4-BE49-F238E27FC236}">
                    <a16:creationId xmlns:a16="http://schemas.microsoft.com/office/drawing/2014/main" id="{926521D9-951A-E4C0-D73F-2B31D6A83C7B}"/>
                  </a:ext>
                </a:extLst>
              </p:cNvPr>
              <p:cNvSpPr/>
              <p:nvPr/>
            </p:nvSpPr>
            <p:spPr>
              <a:xfrm>
                <a:off x="3365917" y="2836576"/>
                <a:ext cx="91502" cy="274507"/>
              </a:xfrm>
              <a:prstGeom prst="rect">
                <a:avLst/>
              </a:prstGeom>
              <a:grpFill/>
              <a:ln w="4574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90" name="그룹 89">
              <a:extLst>
                <a:ext uri="{FF2B5EF4-FFF2-40B4-BE49-F238E27FC236}">
                  <a16:creationId xmlns:a16="http://schemas.microsoft.com/office/drawing/2014/main" id="{130387E4-32B6-F81D-DDB2-101E7D10C078}"/>
                </a:ext>
              </a:extLst>
            </p:cNvPr>
            <p:cNvGrpSpPr/>
            <p:nvPr/>
          </p:nvGrpSpPr>
          <p:grpSpPr>
            <a:xfrm>
              <a:off x="3297365" y="1604963"/>
              <a:ext cx="597103" cy="1540573"/>
              <a:chOff x="3297365" y="1604963"/>
              <a:chExt cx="597103" cy="1540573"/>
            </a:xfrm>
            <a:grpFill/>
          </p:grpSpPr>
          <p:sp>
            <p:nvSpPr>
              <p:cNvPr id="91" name="직사각형 90">
                <a:extLst>
                  <a:ext uri="{FF2B5EF4-FFF2-40B4-BE49-F238E27FC236}">
                    <a16:creationId xmlns:a16="http://schemas.microsoft.com/office/drawing/2014/main" id="{82F4C5C9-5B36-1CA1-86B9-AC2C42E03908}"/>
                  </a:ext>
                </a:extLst>
              </p:cNvPr>
              <p:cNvSpPr/>
              <p:nvPr/>
            </p:nvSpPr>
            <p:spPr>
              <a:xfrm>
                <a:off x="3297365" y="1704261"/>
                <a:ext cx="597103" cy="1441275"/>
              </a:xfrm>
              <a:prstGeom prst="rect">
                <a:avLst/>
              </a:prstGeom>
              <a:solidFill>
                <a:srgbClr val="EDEEE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cxnSp>
            <p:nvCxnSpPr>
              <p:cNvPr id="92" name="직선 연결선 91">
                <a:extLst>
                  <a:ext uri="{FF2B5EF4-FFF2-40B4-BE49-F238E27FC236}">
                    <a16:creationId xmlns:a16="http://schemas.microsoft.com/office/drawing/2014/main" id="{46D8E479-2FFB-8F3A-4361-75A280E4EA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45256" y="1604963"/>
                <a:ext cx="0" cy="1540572"/>
              </a:xfrm>
              <a:prstGeom prst="line">
                <a:avLst/>
              </a:prstGeom>
              <a:grpFill/>
              <a:ln w="85725"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18" name="TextBox 117">
            <a:extLst>
              <a:ext uri="{FF2B5EF4-FFF2-40B4-BE49-F238E27FC236}">
                <a16:creationId xmlns:a16="http://schemas.microsoft.com/office/drawing/2014/main" id="{43066F1A-020E-9769-F9FD-2E7500CA2DB2}"/>
              </a:ext>
            </a:extLst>
          </p:cNvPr>
          <p:cNvSpPr txBox="1"/>
          <p:nvPr/>
        </p:nvSpPr>
        <p:spPr>
          <a:xfrm>
            <a:off x="4389685" y="4383955"/>
            <a:ext cx="224226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b="1" dirty="0"/>
              <a:t>메인페이지 · 관리자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ko-KR" sz="1600" dirty="0"/>
              <a:t>메인 화면 및 추천 여행 상품 구성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ko-KR" sz="1600" dirty="0"/>
              <a:t>상품, 일정, 문의</a:t>
            </a:r>
            <a:endParaRPr lang="en-US" altLang="ko-KR" sz="1600" dirty="0"/>
          </a:p>
          <a:p>
            <a:r>
              <a:rPr lang="en-US" altLang="ko-KR" sz="1600" dirty="0"/>
              <a:t>    </a:t>
            </a:r>
            <a:r>
              <a:rPr lang="ko-KR" altLang="ko-KR" sz="1600" dirty="0"/>
              <a:t>관리 기능 제공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A90B73E3-7281-1D67-C327-0AB0438723C2}"/>
              </a:ext>
            </a:extLst>
          </p:cNvPr>
          <p:cNvSpPr txBox="1"/>
          <p:nvPr/>
        </p:nvSpPr>
        <p:spPr>
          <a:xfrm>
            <a:off x="6922419" y="4925514"/>
            <a:ext cx="461665" cy="98623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ko-KR" altLang="en-US" dirty="0"/>
              <a:t>박창렬</a:t>
            </a:r>
          </a:p>
        </p:txBody>
      </p:sp>
      <p:cxnSp>
        <p:nvCxnSpPr>
          <p:cNvPr id="145" name="직선 연결선 144">
            <a:extLst>
              <a:ext uri="{FF2B5EF4-FFF2-40B4-BE49-F238E27FC236}">
                <a16:creationId xmlns:a16="http://schemas.microsoft.com/office/drawing/2014/main" id="{38D68A13-DF79-E7A7-E3F6-994B41271C4C}"/>
              </a:ext>
            </a:extLst>
          </p:cNvPr>
          <p:cNvCxnSpPr>
            <a:cxnSpLocks/>
          </p:cNvCxnSpPr>
          <p:nvPr/>
        </p:nvCxnSpPr>
        <p:spPr>
          <a:xfrm>
            <a:off x="0" y="982639"/>
            <a:ext cx="7134225" cy="0"/>
          </a:xfrm>
          <a:prstGeom prst="line">
            <a:avLst/>
          </a:prstGeom>
          <a:ln w="571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0" name="직사각형 149">
            <a:extLst>
              <a:ext uri="{FF2B5EF4-FFF2-40B4-BE49-F238E27FC236}">
                <a16:creationId xmlns:a16="http://schemas.microsoft.com/office/drawing/2014/main" id="{B910ECFB-4AD1-FE74-5825-6522FFC0DC68}"/>
              </a:ext>
            </a:extLst>
          </p:cNvPr>
          <p:cNvSpPr/>
          <p:nvPr/>
        </p:nvSpPr>
        <p:spPr>
          <a:xfrm>
            <a:off x="11532358" y="0"/>
            <a:ext cx="659642" cy="6858000"/>
          </a:xfrm>
          <a:prstGeom prst="rect">
            <a:avLst/>
          </a:prstGeom>
          <a:solidFill>
            <a:srgbClr val="8187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62" name="그래픽 161" descr="비행기 단색으로 채워진">
            <a:extLst>
              <a:ext uri="{FF2B5EF4-FFF2-40B4-BE49-F238E27FC236}">
                <a16:creationId xmlns:a16="http://schemas.microsoft.com/office/drawing/2014/main" id="{6C615C86-5CEC-C846-A78E-9110A967CC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5400000">
            <a:off x="5657675" y="74164"/>
            <a:ext cx="914400" cy="914400"/>
          </a:xfrm>
          <a:prstGeom prst="rect">
            <a:avLst/>
          </a:prstGeom>
        </p:spPr>
      </p:pic>
      <p:sp>
        <p:nvSpPr>
          <p:cNvPr id="164" name="TextBox 163">
            <a:extLst>
              <a:ext uri="{FF2B5EF4-FFF2-40B4-BE49-F238E27FC236}">
                <a16:creationId xmlns:a16="http://schemas.microsoft.com/office/drawing/2014/main" id="{E357E1D9-AFA2-F76E-27FA-0ECA14CEFD7D}"/>
              </a:ext>
            </a:extLst>
          </p:cNvPr>
          <p:cNvSpPr txBox="1"/>
          <p:nvPr/>
        </p:nvSpPr>
        <p:spPr>
          <a:xfrm>
            <a:off x="240907" y="177421"/>
            <a:ext cx="55502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b="1" dirty="0">
                <a:solidFill>
                  <a:schemeClr val="accent3">
                    <a:lumMod val="75000"/>
                  </a:schemeClr>
                </a:solidFill>
              </a:rPr>
              <a:t>프로젝트 구성 및 역할</a:t>
            </a:r>
          </a:p>
        </p:txBody>
      </p:sp>
    </p:spTree>
    <p:extLst>
      <p:ext uri="{BB962C8B-B14F-4D97-AF65-F5344CB8AC3E}">
        <p14:creationId xmlns:p14="http://schemas.microsoft.com/office/powerpoint/2010/main" val="31086912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B1089-F7D1-5E7F-77AF-46BF2ADBF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래픽 12" descr="비행기 단색으로 채워진">
            <a:extLst>
              <a:ext uri="{FF2B5EF4-FFF2-40B4-BE49-F238E27FC236}">
                <a16:creationId xmlns:a16="http://schemas.microsoft.com/office/drawing/2014/main" id="{4D79E9C0-04C6-F909-2463-177C2FEE04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5400000">
            <a:off x="2571835" y="74164"/>
            <a:ext cx="914400" cy="9144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EC0F2A4-4538-9C7C-9818-8C8E5BF4690C}"/>
              </a:ext>
            </a:extLst>
          </p:cNvPr>
          <p:cNvSpPr txBox="1"/>
          <p:nvPr/>
        </p:nvSpPr>
        <p:spPr>
          <a:xfrm>
            <a:off x="240908" y="177421"/>
            <a:ext cx="25978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b="1" dirty="0">
                <a:solidFill>
                  <a:schemeClr val="accent3">
                    <a:lumMod val="75000"/>
                  </a:schemeClr>
                </a:solidFill>
              </a:rPr>
              <a:t>개발환경</a:t>
            </a: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484D480D-954F-781A-9EDA-C33925839414}"/>
              </a:ext>
            </a:extLst>
          </p:cNvPr>
          <p:cNvSpPr>
            <a:spLocks/>
          </p:cNvSpPr>
          <p:nvPr/>
        </p:nvSpPr>
        <p:spPr>
          <a:xfrm>
            <a:off x="526660" y="1375878"/>
            <a:ext cx="11138680" cy="5218976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 w="76200">
            <a:solidFill>
              <a:srgbClr val="81875A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0B4BCAA2-3E86-6B75-3EF4-5CD9D0269608}"/>
              </a:ext>
            </a:extLst>
          </p:cNvPr>
          <p:cNvCxnSpPr>
            <a:cxnSpLocks/>
          </p:cNvCxnSpPr>
          <p:nvPr/>
        </p:nvCxnSpPr>
        <p:spPr>
          <a:xfrm>
            <a:off x="4307679" y="1375878"/>
            <a:ext cx="0" cy="5218976"/>
          </a:xfrm>
          <a:prstGeom prst="line">
            <a:avLst/>
          </a:prstGeom>
          <a:ln w="76200">
            <a:solidFill>
              <a:srgbClr val="818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CD3C756C-7948-BF58-9F8D-1E547F30D8C5}"/>
              </a:ext>
            </a:extLst>
          </p:cNvPr>
          <p:cNvCxnSpPr>
            <a:cxnSpLocks/>
          </p:cNvCxnSpPr>
          <p:nvPr/>
        </p:nvCxnSpPr>
        <p:spPr>
          <a:xfrm>
            <a:off x="8153599" y="1375878"/>
            <a:ext cx="0" cy="5218976"/>
          </a:xfrm>
          <a:prstGeom prst="line">
            <a:avLst/>
          </a:prstGeom>
          <a:ln w="76200">
            <a:solidFill>
              <a:srgbClr val="818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8160967D-7317-3B56-0ACD-53A05257E538}"/>
              </a:ext>
            </a:extLst>
          </p:cNvPr>
          <p:cNvCxnSpPr>
            <a:cxnSpLocks/>
            <a:stCxn id="49" idx="3"/>
          </p:cNvCxnSpPr>
          <p:nvPr/>
        </p:nvCxnSpPr>
        <p:spPr>
          <a:xfrm flipH="1">
            <a:off x="4307679" y="3985367"/>
            <a:ext cx="7357661" cy="0"/>
          </a:xfrm>
          <a:prstGeom prst="line">
            <a:avLst/>
          </a:prstGeom>
          <a:ln w="76200">
            <a:solidFill>
              <a:srgbClr val="818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49A1EFAB-80DD-E7F5-DF32-7C06A394173C}"/>
              </a:ext>
            </a:extLst>
          </p:cNvPr>
          <p:cNvCxnSpPr>
            <a:cxnSpLocks/>
          </p:cNvCxnSpPr>
          <p:nvPr/>
        </p:nvCxnSpPr>
        <p:spPr>
          <a:xfrm>
            <a:off x="0" y="1090715"/>
            <a:ext cx="4081865" cy="0"/>
          </a:xfrm>
          <a:prstGeom prst="line">
            <a:avLst/>
          </a:prstGeom>
          <a:ln w="57150">
            <a:solidFill>
              <a:srgbClr val="818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FB6E676E-EF04-B072-55D9-8910AF7E74F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71527" y="1594592"/>
            <a:ext cx="3310338" cy="4781751"/>
          </a:xfrm>
          <a:custGeom>
            <a:avLst/>
            <a:gdLst>
              <a:gd name="csX0" fmla="*/ 0 w 3310338"/>
              <a:gd name="csY0" fmla="*/ 751706 h 4781751"/>
              <a:gd name="csX1" fmla="*/ 751706 w 3310338"/>
              <a:gd name="csY1" fmla="*/ 0 h 4781751"/>
              <a:gd name="csX2" fmla="*/ 1390042 w 3310338"/>
              <a:gd name="csY2" fmla="*/ 0 h 4781751"/>
              <a:gd name="csX3" fmla="*/ 1974179 w 3310338"/>
              <a:gd name="csY3" fmla="*/ 0 h 4781751"/>
              <a:gd name="csX4" fmla="*/ 2558316 w 3310338"/>
              <a:gd name="csY4" fmla="*/ 0 h 4781751"/>
              <a:gd name="csX5" fmla="*/ 2948333 w 3310338"/>
              <a:gd name="csY5" fmla="*/ 1265 h 4781751"/>
              <a:gd name="csX6" fmla="*/ 3308348 w 3310338"/>
              <a:gd name="csY6" fmla="*/ 2433 h 4781751"/>
              <a:gd name="csX7" fmla="*/ 3310022 w 3310338"/>
              <a:gd name="csY7" fmla="*/ 751706 h 4781751"/>
              <a:gd name="csX8" fmla="*/ 3310022 w 3310338"/>
              <a:gd name="csY8" fmla="*/ 1374552 h 4781751"/>
              <a:gd name="csX9" fmla="*/ 3310022 w 3310338"/>
              <a:gd name="csY9" fmla="*/ 1931835 h 4781751"/>
              <a:gd name="csX10" fmla="*/ 3310022 w 3310338"/>
              <a:gd name="csY10" fmla="*/ 2521900 h 4781751"/>
              <a:gd name="csX11" fmla="*/ 3310022 w 3310338"/>
              <a:gd name="csY11" fmla="*/ 3079183 h 4781751"/>
              <a:gd name="csX12" fmla="*/ 3310022 w 3310338"/>
              <a:gd name="csY12" fmla="*/ 4029843 h 4781751"/>
              <a:gd name="csX13" fmla="*/ 3304765 w 3310338"/>
              <a:gd name="csY13" fmla="*/ 4781751 h 4781751"/>
              <a:gd name="csX14" fmla="*/ 2939005 w 3310338"/>
              <a:gd name="csY14" fmla="*/ 4781652 h 4781751"/>
              <a:gd name="csX15" fmla="*/ 2558316 w 3310338"/>
              <a:gd name="csY15" fmla="*/ 4781549 h 4781751"/>
              <a:gd name="csX16" fmla="*/ 1974179 w 3310338"/>
              <a:gd name="csY16" fmla="*/ 4781549 h 4781751"/>
              <a:gd name="csX17" fmla="*/ 1353909 w 3310338"/>
              <a:gd name="csY17" fmla="*/ 4781549 h 4781751"/>
              <a:gd name="csX18" fmla="*/ 751706 w 3310338"/>
              <a:gd name="csY18" fmla="*/ 4781549 h 4781751"/>
              <a:gd name="csX19" fmla="*/ 0 w 3310338"/>
              <a:gd name="csY19" fmla="*/ 4029843 h 4781751"/>
              <a:gd name="csX20" fmla="*/ 0 w 3310338"/>
              <a:gd name="csY20" fmla="*/ 3439778 h 4781751"/>
              <a:gd name="csX21" fmla="*/ 0 w 3310338"/>
              <a:gd name="csY21" fmla="*/ 2816932 h 4781751"/>
              <a:gd name="csX22" fmla="*/ 0 w 3310338"/>
              <a:gd name="csY22" fmla="*/ 2095742 h 4781751"/>
              <a:gd name="csX23" fmla="*/ 0 w 3310338"/>
              <a:gd name="csY23" fmla="*/ 1505678 h 4781751"/>
              <a:gd name="csX24" fmla="*/ 0 w 3310338"/>
              <a:gd name="csY24" fmla="*/ 751706 h 478175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</a:cxnLst>
            <a:rect l="l" t="t" r="r" b="b"/>
            <a:pathLst>
              <a:path w="3310338" h="4781751" fill="none" extrusionOk="0">
                <a:moveTo>
                  <a:pt x="0" y="751706"/>
                </a:moveTo>
                <a:cubicBezTo>
                  <a:pt x="-10000" y="355835"/>
                  <a:pt x="353317" y="36420"/>
                  <a:pt x="751706" y="0"/>
                </a:cubicBezTo>
                <a:cubicBezTo>
                  <a:pt x="943535" y="24122"/>
                  <a:pt x="1190615" y="12599"/>
                  <a:pt x="1390042" y="0"/>
                </a:cubicBezTo>
                <a:cubicBezTo>
                  <a:pt x="1589469" y="-12599"/>
                  <a:pt x="1825563" y="-12528"/>
                  <a:pt x="1974179" y="0"/>
                </a:cubicBezTo>
                <a:cubicBezTo>
                  <a:pt x="2122795" y="12528"/>
                  <a:pt x="2425052" y="8618"/>
                  <a:pt x="2558316" y="0"/>
                </a:cubicBezTo>
                <a:cubicBezTo>
                  <a:pt x="2681070" y="16278"/>
                  <a:pt x="2821605" y="19947"/>
                  <a:pt x="2948333" y="1265"/>
                </a:cubicBezTo>
                <a:cubicBezTo>
                  <a:pt x="3075061" y="-17417"/>
                  <a:pt x="3138064" y="-403"/>
                  <a:pt x="3308348" y="2433"/>
                </a:cubicBezTo>
                <a:cubicBezTo>
                  <a:pt x="3299343" y="228396"/>
                  <a:pt x="3315737" y="512494"/>
                  <a:pt x="3310022" y="751706"/>
                </a:cubicBezTo>
                <a:cubicBezTo>
                  <a:pt x="3340725" y="989338"/>
                  <a:pt x="3317907" y="1197429"/>
                  <a:pt x="3310022" y="1374552"/>
                </a:cubicBezTo>
                <a:cubicBezTo>
                  <a:pt x="3302137" y="1551675"/>
                  <a:pt x="3321012" y="1784851"/>
                  <a:pt x="3310022" y="1931835"/>
                </a:cubicBezTo>
                <a:cubicBezTo>
                  <a:pt x="3299032" y="2078819"/>
                  <a:pt x="3281103" y="2344088"/>
                  <a:pt x="3310022" y="2521900"/>
                </a:cubicBezTo>
                <a:cubicBezTo>
                  <a:pt x="3338941" y="2699713"/>
                  <a:pt x="3336853" y="2879109"/>
                  <a:pt x="3310022" y="3079183"/>
                </a:cubicBezTo>
                <a:cubicBezTo>
                  <a:pt x="3283191" y="3279257"/>
                  <a:pt x="3330809" y="3820432"/>
                  <a:pt x="3310022" y="4029843"/>
                </a:cubicBezTo>
                <a:cubicBezTo>
                  <a:pt x="3270580" y="4291220"/>
                  <a:pt x="3251916" y="4547333"/>
                  <a:pt x="3304765" y="4781751"/>
                </a:cubicBezTo>
                <a:cubicBezTo>
                  <a:pt x="3218696" y="4766152"/>
                  <a:pt x="3045523" y="4780231"/>
                  <a:pt x="2939005" y="4781652"/>
                </a:cubicBezTo>
                <a:cubicBezTo>
                  <a:pt x="2832487" y="4783073"/>
                  <a:pt x="2654781" y="4763053"/>
                  <a:pt x="2558316" y="4781549"/>
                </a:cubicBezTo>
                <a:cubicBezTo>
                  <a:pt x="2310415" y="4807478"/>
                  <a:pt x="2191186" y="4756259"/>
                  <a:pt x="1974179" y="4781549"/>
                </a:cubicBezTo>
                <a:cubicBezTo>
                  <a:pt x="1757172" y="4806839"/>
                  <a:pt x="1528486" y="4766322"/>
                  <a:pt x="1353909" y="4781549"/>
                </a:cubicBezTo>
                <a:cubicBezTo>
                  <a:pt x="1179332" y="4796777"/>
                  <a:pt x="991642" y="4798415"/>
                  <a:pt x="751706" y="4781549"/>
                </a:cubicBezTo>
                <a:cubicBezTo>
                  <a:pt x="315035" y="4698422"/>
                  <a:pt x="-65119" y="4368500"/>
                  <a:pt x="0" y="4029843"/>
                </a:cubicBezTo>
                <a:cubicBezTo>
                  <a:pt x="-11292" y="3775906"/>
                  <a:pt x="-27818" y="3613410"/>
                  <a:pt x="0" y="3439778"/>
                </a:cubicBezTo>
                <a:cubicBezTo>
                  <a:pt x="27818" y="3266146"/>
                  <a:pt x="-3061" y="3081657"/>
                  <a:pt x="0" y="2816932"/>
                </a:cubicBezTo>
                <a:cubicBezTo>
                  <a:pt x="3061" y="2552207"/>
                  <a:pt x="-27839" y="2408609"/>
                  <a:pt x="0" y="2095742"/>
                </a:cubicBezTo>
                <a:cubicBezTo>
                  <a:pt x="27839" y="1782875"/>
                  <a:pt x="-15833" y="1722406"/>
                  <a:pt x="0" y="1505678"/>
                </a:cubicBezTo>
                <a:cubicBezTo>
                  <a:pt x="15833" y="1288950"/>
                  <a:pt x="13054" y="1037378"/>
                  <a:pt x="0" y="751706"/>
                </a:cubicBezTo>
                <a:close/>
              </a:path>
              <a:path w="3310338" h="4781751" stroke="0" extrusionOk="0">
                <a:moveTo>
                  <a:pt x="0" y="751706"/>
                </a:moveTo>
                <a:cubicBezTo>
                  <a:pt x="-20420" y="267121"/>
                  <a:pt x="366118" y="5475"/>
                  <a:pt x="751706" y="0"/>
                </a:cubicBezTo>
                <a:cubicBezTo>
                  <a:pt x="872232" y="-10403"/>
                  <a:pt x="1109675" y="12761"/>
                  <a:pt x="1299711" y="0"/>
                </a:cubicBezTo>
                <a:cubicBezTo>
                  <a:pt x="1489747" y="-12761"/>
                  <a:pt x="1664064" y="-16673"/>
                  <a:pt x="1865782" y="0"/>
                </a:cubicBezTo>
                <a:cubicBezTo>
                  <a:pt x="2067500" y="16673"/>
                  <a:pt x="2263214" y="-28236"/>
                  <a:pt x="2558316" y="0"/>
                </a:cubicBezTo>
                <a:cubicBezTo>
                  <a:pt x="2736458" y="1518"/>
                  <a:pt x="2825414" y="11809"/>
                  <a:pt x="2918331" y="1168"/>
                </a:cubicBezTo>
                <a:cubicBezTo>
                  <a:pt x="3011248" y="-9473"/>
                  <a:pt x="3139493" y="15478"/>
                  <a:pt x="3308348" y="2433"/>
                </a:cubicBezTo>
                <a:cubicBezTo>
                  <a:pt x="3353483" y="231150"/>
                  <a:pt x="3290848" y="498995"/>
                  <a:pt x="3310022" y="751706"/>
                </a:cubicBezTo>
                <a:cubicBezTo>
                  <a:pt x="3283589" y="951472"/>
                  <a:pt x="3291208" y="1201652"/>
                  <a:pt x="3310022" y="1440115"/>
                </a:cubicBezTo>
                <a:cubicBezTo>
                  <a:pt x="3328836" y="1678578"/>
                  <a:pt x="3287528" y="1772566"/>
                  <a:pt x="3310022" y="1997398"/>
                </a:cubicBezTo>
                <a:cubicBezTo>
                  <a:pt x="3332516" y="2222230"/>
                  <a:pt x="3277759" y="2511297"/>
                  <a:pt x="3310022" y="2718588"/>
                </a:cubicBezTo>
                <a:cubicBezTo>
                  <a:pt x="3342286" y="2925879"/>
                  <a:pt x="3322372" y="3039918"/>
                  <a:pt x="3310022" y="3308653"/>
                </a:cubicBezTo>
                <a:cubicBezTo>
                  <a:pt x="3297672" y="3577388"/>
                  <a:pt x="3307640" y="3720302"/>
                  <a:pt x="3310022" y="4029843"/>
                </a:cubicBezTo>
                <a:cubicBezTo>
                  <a:pt x="3278002" y="4241885"/>
                  <a:pt x="3280220" y="4533998"/>
                  <a:pt x="3304765" y="4781751"/>
                </a:cubicBezTo>
                <a:cubicBezTo>
                  <a:pt x="3152253" y="4767953"/>
                  <a:pt x="3082972" y="4778587"/>
                  <a:pt x="2916612" y="4781646"/>
                </a:cubicBezTo>
                <a:cubicBezTo>
                  <a:pt x="2750252" y="4784705"/>
                  <a:pt x="2645580" y="4767713"/>
                  <a:pt x="2558316" y="4781549"/>
                </a:cubicBezTo>
                <a:cubicBezTo>
                  <a:pt x="2258288" y="4786623"/>
                  <a:pt x="2230220" y="4782841"/>
                  <a:pt x="1938047" y="4781549"/>
                </a:cubicBezTo>
                <a:cubicBezTo>
                  <a:pt x="1645874" y="4780257"/>
                  <a:pt x="1601722" y="4768909"/>
                  <a:pt x="1390042" y="4781549"/>
                </a:cubicBezTo>
                <a:cubicBezTo>
                  <a:pt x="1178363" y="4794189"/>
                  <a:pt x="1012773" y="4786828"/>
                  <a:pt x="751706" y="4781549"/>
                </a:cubicBezTo>
                <a:cubicBezTo>
                  <a:pt x="242918" y="4792256"/>
                  <a:pt x="-59209" y="4428401"/>
                  <a:pt x="0" y="4029843"/>
                </a:cubicBezTo>
                <a:cubicBezTo>
                  <a:pt x="32054" y="3751879"/>
                  <a:pt x="-11710" y="3636002"/>
                  <a:pt x="0" y="3341434"/>
                </a:cubicBezTo>
                <a:cubicBezTo>
                  <a:pt x="11710" y="3046866"/>
                  <a:pt x="-26565" y="2944634"/>
                  <a:pt x="0" y="2620244"/>
                </a:cubicBezTo>
                <a:cubicBezTo>
                  <a:pt x="26565" y="2295854"/>
                  <a:pt x="7419" y="2125690"/>
                  <a:pt x="0" y="1997398"/>
                </a:cubicBezTo>
                <a:cubicBezTo>
                  <a:pt x="-7419" y="1869106"/>
                  <a:pt x="12785" y="1657266"/>
                  <a:pt x="0" y="1341771"/>
                </a:cubicBezTo>
                <a:cubicBezTo>
                  <a:pt x="-12785" y="1026276"/>
                  <a:pt x="-6387" y="1007352"/>
                  <a:pt x="0" y="751706"/>
                </a:cubicBezTo>
                <a:close/>
              </a:path>
            </a:pathLst>
          </a:custGeom>
          <a:solidFill>
            <a:srgbClr val="EDEEE6"/>
          </a:solidFill>
          <a:ln w="57150">
            <a:solidFill>
              <a:srgbClr val="81875A"/>
            </a:solidFill>
            <a:extLst>
              <a:ext uri="{C807C97D-BFC1-408E-A445-0C87EB9F89A2}">
                <ask:lineSketchStyleProps xmlns:ask="http://schemas.microsoft.com/office/drawing/2018/sketchyshapes" sd="1213333622">
                  <a:custGeom>
                    <a:avLst/>
                    <a:gdLst>
                      <a:gd name="csX0" fmla="*/ 0 w 3310022"/>
                      <a:gd name="csY0" fmla="*/ 751706 h 4781549"/>
                      <a:gd name="csX1" fmla="*/ 751706 w 3310022"/>
                      <a:gd name="csY1" fmla="*/ 0 h 4781549"/>
                      <a:gd name="csX2" fmla="*/ 2558316 w 3310022"/>
                      <a:gd name="csY2" fmla="*/ 0 h 4781549"/>
                      <a:gd name="csX3" fmla="*/ 3310022 w 3310022"/>
                      <a:gd name="csY3" fmla="*/ 751706 h 4781549"/>
                      <a:gd name="csX4" fmla="*/ 3310022 w 3310022"/>
                      <a:gd name="csY4" fmla="*/ 4029843 h 4781549"/>
                      <a:gd name="csX5" fmla="*/ 2558316 w 3310022"/>
                      <a:gd name="csY5" fmla="*/ 4781549 h 4781549"/>
                      <a:gd name="csX6" fmla="*/ 751706 w 3310022"/>
                      <a:gd name="csY6" fmla="*/ 4781549 h 4781549"/>
                      <a:gd name="csX7" fmla="*/ 0 w 3310022"/>
                      <a:gd name="csY7" fmla="*/ 4029843 h 4781549"/>
                      <a:gd name="csX8" fmla="*/ 0 w 3310022"/>
                      <a:gd name="csY8" fmla="*/ 751706 h 4781549"/>
                      <a:gd name="csX0" fmla="*/ 0 w 3310022"/>
                      <a:gd name="csY0" fmla="*/ 751706 h 4781549"/>
                      <a:gd name="csX1" fmla="*/ 751706 w 3310022"/>
                      <a:gd name="csY1" fmla="*/ 0 h 4781549"/>
                      <a:gd name="csX2" fmla="*/ 2558316 w 3310022"/>
                      <a:gd name="csY2" fmla="*/ 0 h 4781549"/>
                      <a:gd name="csX3" fmla="*/ 3310022 w 3310022"/>
                      <a:gd name="csY3" fmla="*/ 751706 h 4781549"/>
                      <a:gd name="csX4" fmla="*/ 3310022 w 3310022"/>
                      <a:gd name="csY4" fmla="*/ 4029843 h 4781549"/>
                      <a:gd name="csX5" fmla="*/ 2558316 w 3310022"/>
                      <a:gd name="csY5" fmla="*/ 4781549 h 4781549"/>
                      <a:gd name="csX6" fmla="*/ 751706 w 3310022"/>
                      <a:gd name="csY6" fmla="*/ 4781549 h 4781549"/>
                      <a:gd name="csX7" fmla="*/ 0 w 3310022"/>
                      <a:gd name="csY7" fmla="*/ 4029843 h 4781549"/>
                      <a:gd name="csX8" fmla="*/ 0 w 3310022"/>
                      <a:gd name="csY8" fmla="*/ 751706 h 4781549"/>
                      <a:gd name="csX0" fmla="*/ 0 w 3310022"/>
                      <a:gd name="csY0" fmla="*/ 751706 h 4781549"/>
                      <a:gd name="csX1" fmla="*/ 751706 w 3310022"/>
                      <a:gd name="csY1" fmla="*/ 0 h 4781549"/>
                      <a:gd name="csX2" fmla="*/ 2558316 w 3310022"/>
                      <a:gd name="csY2" fmla="*/ 0 h 4781549"/>
                      <a:gd name="csX3" fmla="*/ 3310022 w 3310022"/>
                      <a:gd name="csY3" fmla="*/ 751706 h 4781549"/>
                      <a:gd name="csX4" fmla="*/ 3310022 w 3310022"/>
                      <a:gd name="csY4" fmla="*/ 4029843 h 4781549"/>
                      <a:gd name="csX5" fmla="*/ 2558316 w 3310022"/>
                      <a:gd name="csY5" fmla="*/ 4781549 h 4781549"/>
                      <a:gd name="csX6" fmla="*/ 751706 w 3310022"/>
                      <a:gd name="csY6" fmla="*/ 4781549 h 4781549"/>
                      <a:gd name="csX7" fmla="*/ 0 w 3310022"/>
                      <a:gd name="csY7" fmla="*/ 4029843 h 4781549"/>
                      <a:gd name="csX8" fmla="*/ 0 w 3310022"/>
                      <a:gd name="csY8" fmla="*/ 751706 h 4781549"/>
                      <a:gd name="csX0" fmla="*/ 0 w 3310022"/>
                      <a:gd name="csY0" fmla="*/ 751706 h 4781549"/>
                      <a:gd name="csX1" fmla="*/ 751706 w 3310022"/>
                      <a:gd name="csY1" fmla="*/ 0 h 4781549"/>
                      <a:gd name="csX2" fmla="*/ 2558316 w 3310022"/>
                      <a:gd name="csY2" fmla="*/ 0 h 4781549"/>
                      <a:gd name="csX3" fmla="*/ 3238498 w 3310022"/>
                      <a:gd name="csY3" fmla="*/ 643783 h 4781549"/>
                      <a:gd name="csX4" fmla="*/ 3310022 w 3310022"/>
                      <a:gd name="csY4" fmla="*/ 751706 h 4781549"/>
                      <a:gd name="csX5" fmla="*/ 3310022 w 3310022"/>
                      <a:gd name="csY5" fmla="*/ 4029843 h 4781549"/>
                      <a:gd name="csX6" fmla="*/ 2558316 w 3310022"/>
                      <a:gd name="csY6" fmla="*/ 4781549 h 4781549"/>
                      <a:gd name="csX7" fmla="*/ 751706 w 3310022"/>
                      <a:gd name="csY7" fmla="*/ 4781549 h 4781549"/>
                      <a:gd name="csX8" fmla="*/ 0 w 3310022"/>
                      <a:gd name="csY8" fmla="*/ 4029843 h 4781549"/>
                      <a:gd name="csX9" fmla="*/ 0 w 3310022"/>
                      <a:gd name="csY9" fmla="*/ 751706 h 4781549"/>
                      <a:gd name="csX0" fmla="*/ 0 w 3310022"/>
                      <a:gd name="csY0" fmla="*/ 779638 h 4809481"/>
                      <a:gd name="csX1" fmla="*/ 751706 w 3310022"/>
                      <a:gd name="csY1" fmla="*/ 27932 h 4809481"/>
                      <a:gd name="csX2" fmla="*/ 2558316 w 3310022"/>
                      <a:gd name="csY2" fmla="*/ 27932 h 4809481"/>
                      <a:gd name="csX3" fmla="*/ 2943223 w 3310022"/>
                      <a:gd name="csY3" fmla="*/ 405015 h 4809481"/>
                      <a:gd name="csX4" fmla="*/ 3310022 w 3310022"/>
                      <a:gd name="csY4" fmla="*/ 779638 h 4809481"/>
                      <a:gd name="csX5" fmla="*/ 3310022 w 3310022"/>
                      <a:gd name="csY5" fmla="*/ 4057775 h 4809481"/>
                      <a:gd name="csX6" fmla="*/ 2558316 w 3310022"/>
                      <a:gd name="csY6" fmla="*/ 4809481 h 4809481"/>
                      <a:gd name="csX7" fmla="*/ 751706 w 3310022"/>
                      <a:gd name="csY7" fmla="*/ 4809481 h 4809481"/>
                      <a:gd name="csX8" fmla="*/ 0 w 3310022"/>
                      <a:gd name="csY8" fmla="*/ 4057775 h 4809481"/>
                      <a:gd name="csX9" fmla="*/ 0 w 3310022"/>
                      <a:gd name="csY9" fmla="*/ 779638 h 4809481"/>
                      <a:gd name="csX0" fmla="*/ 0 w 3310022"/>
                      <a:gd name="csY0" fmla="*/ 779638 h 4809481"/>
                      <a:gd name="csX1" fmla="*/ 751706 w 3310022"/>
                      <a:gd name="csY1" fmla="*/ 27932 h 4809481"/>
                      <a:gd name="csX2" fmla="*/ 2558316 w 3310022"/>
                      <a:gd name="csY2" fmla="*/ 27932 h 4809481"/>
                      <a:gd name="csX3" fmla="*/ 2943223 w 3310022"/>
                      <a:gd name="csY3" fmla="*/ 405015 h 4809481"/>
                      <a:gd name="csX4" fmla="*/ 3310022 w 3310022"/>
                      <a:gd name="csY4" fmla="*/ 779638 h 4809481"/>
                      <a:gd name="csX5" fmla="*/ 3310022 w 3310022"/>
                      <a:gd name="csY5" fmla="*/ 4057775 h 4809481"/>
                      <a:gd name="csX6" fmla="*/ 2558316 w 3310022"/>
                      <a:gd name="csY6" fmla="*/ 4809481 h 4809481"/>
                      <a:gd name="csX7" fmla="*/ 751706 w 3310022"/>
                      <a:gd name="csY7" fmla="*/ 4809481 h 4809481"/>
                      <a:gd name="csX8" fmla="*/ 0 w 3310022"/>
                      <a:gd name="csY8" fmla="*/ 4057775 h 4809481"/>
                      <a:gd name="csX9" fmla="*/ 0 w 3310022"/>
                      <a:gd name="csY9" fmla="*/ 779638 h 4809481"/>
                      <a:gd name="csX0" fmla="*/ 0 w 3310022"/>
                      <a:gd name="csY0" fmla="*/ 779638 h 4809481"/>
                      <a:gd name="csX1" fmla="*/ 751706 w 3310022"/>
                      <a:gd name="csY1" fmla="*/ 27932 h 4809481"/>
                      <a:gd name="csX2" fmla="*/ 2558316 w 3310022"/>
                      <a:gd name="csY2" fmla="*/ 27932 h 4809481"/>
                      <a:gd name="csX3" fmla="*/ 2943223 w 3310022"/>
                      <a:gd name="csY3" fmla="*/ 405015 h 4809481"/>
                      <a:gd name="csX4" fmla="*/ 3310022 w 3310022"/>
                      <a:gd name="csY4" fmla="*/ 779638 h 4809481"/>
                      <a:gd name="csX5" fmla="*/ 3310022 w 3310022"/>
                      <a:gd name="csY5" fmla="*/ 4057775 h 4809481"/>
                      <a:gd name="csX6" fmla="*/ 2558316 w 3310022"/>
                      <a:gd name="csY6" fmla="*/ 4809481 h 4809481"/>
                      <a:gd name="csX7" fmla="*/ 751706 w 3310022"/>
                      <a:gd name="csY7" fmla="*/ 4809481 h 4809481"/>
                      <a:gd name="csX8" fmla="*/ 0 w 3310022"/>
                      <a:gd name="csY8" fmla="*/ 4057775 h 4809481"/>
                      <a:gd name="csX9" fmla="*/ 0 w 3310022"/>
                      <a:gd name="csY9" fmla="*/ 779638 h 4809481"/>
                      <a:gd name="csX0" fmla="*/ 0 w 3310022"/>
                      <a:gd name="csY0" fmla="*/ 779638 h 4809481"/>
                      <a:gd name="csX1" fmla="*/ 751706 w 3310022"/>
                      <a:gd name="csY1" fmla="*/ 27932 h 4809481"/>
                      <a:gd name="csX2" fmla="*/ 2558316 w 3310022"/>
                      <a:gd name="csY2" fmla="*/ 27932 h 4809481"/>
                      <a:gd name="csX3" fmla="*/ 2943223 w 3310022"/>
                      <a:gd name="csY3" fmla="*/ 405015 h 4809481"/>
                      <a:gd name="csX4" fmla="*/ 3310022 w 3310022"/>
                      <a:gd name="csY4" fmla="*/ 779638 h 4809481"/>
                      <a:gd name="csX5" fmla="*/ 3310022 w 3310022"/>
                      <a:gd name="csY5" fmla="*/ 4057775 h 4809481"/>
                      <a:gd name="csX6" fmla="*/ 2558316 w 3310022"/>
                      <a:gd name="csY6" fmla="*/ 4809481 h 4809481"/>
                      <a:gd name="csX7" fmla="*/ 751706 w 3310022"/>
                      <a:gd name="csY7" fmla="*/ 4809481 h 4809481"/>
                      <a:gd name="csX8" fmla="*/ 0 w 3310022"/>
                      <a:gd name="csY8" fmla="*/ 4057775 h 4809481"/>
                      <a:gd name="csX9" fmla="*/ 0 w 3310022"/>
                      <a:gd name="csY9" fmla="*/ 779638 h 4809481"/>
                      <a:gd name="csX0" fmla="*/ 0 w 3314698"/>
                      <a:gd name="csY0" fmla="*/ 751706 h 4781549"/>
                      <a:gd name="csX1" fmla="*/ 751706 w 3314698"/>
                      <a:gd name="csY1" fmla="*/ 0 h 4781549"/>
                      <a:gd name="csX2" fmla="*/ 2558316 w 3314698"/>
                      <a:gd name="csY2" fmla="*/ 0 h 4781549"/>
                      <a:gd name="csX3" fmla="*/ 3314698 w 3314698"/>
                      <a:gd name="csY3" fmla="*/ 15133 h 4781549"/>
                      <a:gd name="csX4" fmla="*/ 3310022 w 3314698"/>
                      <a:gd name="csY4" fmla="*/ 751706 h 4781549"/>
                      <a:gd name="csX5" fmla="*/ 3310022 w 3314698"/>
                      <a:gd name="csY5" fmla="*/ 4029843 h 4781549"/>
                      <a:gd name="csX6" fmla="*/ 2558316 w 3314698"/>
                      <a:gd name="csY6" fmla="*/ 4781549 h 4781549"/>
                      <a:gd name="csX7" fmla="*/ 751706 w 3314698"/>
                      <a:gd name="csY7" fmla="*/ 4781549 h 4781549"/>
                      <a:gd name="csX8" fmla="*/ 0 w 3314698"/>
                      <a:gd name="csY8" fmla="*/ 4029843 h 4781549"/>
                      <a:gd name="csX9" fmla="*/ 0 w 3314698"/>
                      <a:gd name="csY9" fmla="*/ 751706 h 4781549"/>
                      <a:gd name="csX0" fmla="*/ 0 w 3314698"/>
                      <a:gd name="csY0" fmla="*/ 751706 h 4781549"/>
                      <a:gd name="csX1" fmla="*/ 751706 w 3314698"/>
                      <a:gd name="csY1" fmla="*/ 0 h 4781549"/>
                      <a:gd name="csX2" fmla="*/ 2558316 w 3314698"/>
                      <a:gd name="csY2" fmla="*/ 0 h 4781549"/>
                      <a:gd name="csX3" fmla="*/ 3314698 w 3314698"/>
                      <a:gd name="csY3" fmla="*/ 15133 h 4781549"/>
                      <a:gd name="csX4" fmla="*/ 3310022 w 3314698"/>
                      <a:gd name="csY4" fmla="*/ 751706 h 4781549"/>
                      <a:gd name="csX5" fmla="*/ 3310022 w 3314698"/>
                      <a:gd name="csY5" fmla="*/ 4029843 h 4781549"/>
                      <a:gd name="csX6" fmla="*/ 2558316 w 3314698"/>
                      <a:gd name="csY6" fmla="*/ 4781549 h 4781549"/>
                      <a:gd name="csX7" fmla="*/ 751706 w 3314698"/>
                      <a:gd name="csY7" fmla="*/ 4781549 h 4781549"/>
                      <a:gd name="csX8" fmla="*/ 0 w 3314698"/>
                      <a:gd name="csY8" fmla="*/ 4029843 h 4781549"/>
                      <a:gd name="csX9" fmla="*/ 0 w 3314698"/>
                      <a:gd name="csY9" fmla="*/ 751706 h 4781549"/>
                      <a:gd name="csX0" fmla="*/ 0 w 3310338"/>
                      <a:gd name="csY0" fmla="*/ 751706 h 4781549"/>
                      <a:gd name="csX1" fmla="*/ 751706 w 3310338"/>
                      <a:gd name="csY1" fmla="*/ 0 h 4781549"/>
                      <a:gd name="csX2" fmla="*/ 2558316 w 3310338"/>
                      <a:gd name="csY2" fmla="*/ 0 h 4781549"/>
                      <a:gd name="csX3" fmla="*/ 3308348 w 3310338"/>
                      <a:gd name="csY3" fmla="*/ 2433 h 4781549"/>
                      <a:gd name="csX4" fmla="*/ 3310022 w 3310338"/>
                      <a:gd name="csY4" fmla="*/ 751706 h 4781549"/>
                      <a:gd name="csX5" fmla="*/ 3310022 w 3310338"/>
                      <a:gd name="csY5" fmla="*/ 4029843 h 4781549"/>
                      <a:gd name="csX6" fmla="*/ 2558316 w 3310338"/>
                      <a:gd name="csY6" fmla="*/ 4781549 h 4781549"/>
                      <a:gd name="csX7" fmla="*/ 751706 w 3310338"/>
                      <a:gd name="csY7" fmla="*/ 4781549 h 4781549"/>
                      <a:gd name="csX8" fmla="*/ 0 w 3310338"/>
                      <a:gd name="csY8" fmla="*/ 4029843 h 4781549"/>
                      <a:gd name="csX9" fmla="*/ 0 w 3310338"/>
                      <a:gd name="csY9" fmla="*/ 751706 h 4781549"/>
                      <a:gd name="csX0" fmla="*/ 0 w 3310338"/>
                      <a:gd name="csY0" fmla="*/ 751706 h 4781549"/>
                      <a:gd name="csX1" fmla="*/ 751706 w 3310338"/>
                      <a:gd name="csY1" fmla="*/ 0 h 4781549"/>
                      <a:gd name="csX2" fmla="*/ 2558316 w 3310338"/>
                      <a:gd name="csY2" fmla="*/ 0 h 4781549"/>
                      <a:gd name="csX3" fmla="*/ 3308348 w 3310338"/>
                      <a:gd name="csY3" fmla="*/ 2433 h 4781549"/>
                      <a:gd name="csX4" fmla="*/ 3310022 w 3310338"/>
                      <a:gd name="csY4" fmla="*/ 751706 h 4781549"/>
                      <a:gd name="csX5" fmla="*/ 3310022 w 3310338"/>
                      <a:gd name="csY5" fmla="*/ 4029843 h 4781549"/>
                      <a:gd name="csX6" fmla="*/ 2558316 w 3310338"/>
                      <a:gd name="csY6" fmla="*/ 4781549 h 4781549"/>
                      <a:gd name="csX7" fmla="*/ 751706 w 3310338"/>
                      <a:gd name="csY7" fmla="*/ 4781549 h 4781549"/>
                      <a:gd name="csX8" fmla="*/ 0 w 3310338"/>
                      <a:gd name="csY8" fmla="*/ 4029843 h 4781549"/>
                      <a:gd name="csX9" fmla="*/ 0 w 3310338"/>
                      <a:gd name="csY9" fmla="*/ 751706 h 4781549"/>
                      <a:gd name="csX0" fmla="*/ 0 w 3310338"/>
                      <a:gd name="csY0" fmla="*/ 751706 h 4781549"/>
                      <a:gd name="csX1" fmla="*/ 751706 w 3310338"/>
                      <a:gd name="csY1" fmla="*/ 0 h 4781549"/>
                      <a:gd name="csX2" fmla="*/ 2558316 w 3310338"/>
                      <a:gd name="csY2" fmla="*/ 0 h 4781549"/>
                      <a:gd name="csX3" fmla="*/ 3308348 w 3310338"/>
                      <a:gd name="csY3" fmla="*/ 2433 h 4781549"/>
                      <a:gd name="csX4" fmla="*/ 3310022 w 3310338"/>
                      <a:gd name="csY4" fmla="*/ 751706 h 4781549"/>
                      <a:gd name="csX5" fmla="*/ 3310022 w 3310338"/>
                      <a:gd name="csY5" fmla="*/ 4029843 h 4781549"/>
                      <a:gd name="csX6" fmla="*/ 3012822 w 3310338"/>
                      <a:gd name="csY6" fmla="*/ 4308267 h 4781549"/>
                      <a:gd name="csX7" fmla="*/ 2558316 w 3310338"/>
                      <a:gd name="csY7" fmla="*/ 4781549 h 4781549"/>
                      <a:gd name="csX8" fmla="*/ 751706 w 3310338"/>
                      <a:gd name="csY8" fmla="*/ 4781549 h 4781549"/>
                      <a:gd name="csX9" fmla="*/ 0 w 3310338"/>
                      <a:gd name="csY9" fmla="*/ 4029843 h 4781549"/>
                      <a:gd name="csX10" fmla="*/ 0 w 3310338"/>
                      <a:gd name="csY10" fmla="*/ 751706 h 4781549"/>
                      <a:gd name="csX0" fmla="*/ 0 w 3329693"/>
                      <a:gd name="csY0" fmla="*/ 751706 h 4781549"/>
                      <a:gd name="csX1" fmla="*/ 751706 w 3329693"/>
                      <a:gd name="csY1" fmla="*/ 0 h 4781549"/>
                      <a:gd name="csX2" fmla="*/ 2558316 w 3329693"/>
                      <a:gd name="csY2" fmla="*/ 0 h 4781549"/>
                      <a:gd name="csX3" fmla="*/ 3308348 w 3329693"/>
                      <a:gd name="csY3" fmla="*/ 2433 h 4781549"/>
                      <a:gd name="csX4" fmla="*/ 3310022 w 3329693"/>
                      <a:gd name="csY4" fmla="*/ 751706 h 4781549"/>
                      <a:gd name="csX5" fmla="*/ 3310022 w 3329693"/>
                      <a:gd name="csY5" fmla="*/ 4029843 h 4781549"/>
                      <a:gd name="csX6" fmla="*/ 3329693 w 3329693"/>
                      <a:gd name="csY6" fmla="*/ 4779047 h 4781549"/>
                      <a:gd name="csX7" fmla="*/ 2558316 w 3329693"/>
                      <a:gd name="csY7" fmla="*/ 4781549 h 4781549"/>
                      <a:gd name="csX8" fmla="*/ 751706 w 3329693"/>
                      <a:gd name="csY8" fmla="*/ 4781549 h 4781549"/>
                      <a:gd name="csX9" fmla="*/ 0 w 3329693"/>
                      <a:gd name="csY9" fmla="*/ 4029843 h 4781549"/>
                      <a:gd name="csX10" fmla="*/ 0 w 3329693"/>
                      <a:gd name="csY10" fmla="*/ 751706 h 4781549"/>
                      <a:gd name="csX0" fmla="*/ 0 w 3310338"/>
                      <a:gd name="csY0" fmla="*/ 751706 h 4781549"/>
                      <a:gd name="csX1" fmla="*/ 751706 w 3310338"/>
                      <a:gd name="csY1" fmla="*/ 0 h 4781549"/>
                      <a:gd name="csX2" fmla="*/ 2558316 w 3310338"/>
                      <a:gd name="csY2" fmla="*/ 0 h 4781549"/>
                      <a:gd name="csX3" fmla="*/ 3308348 w 3310338"/>
                      <a:gd name="csY3" fmla="*/ 2433 h 4781549"/>
                      <a:gd name="csX4" fmla="*/ 3310022 w 3310338"/>
                      <a:gd name="csY4" fmla="*/ 751706 h 4781549"/>
                      <a:gd name="csX5" fmla="*/ 3310022 w 3310338"/>
                      <a:gd name="csY5" fmla="*/ 4029843 h 4781549"/>
                      <a:gd name="csX6" fmla="*/ 3293479 w 3310338"/>
                      <a:gd name="csY6" fmla="*/ 4779047 h 4781549"/>
                      <a:gd name="csX7" fmla="*/ 2558316 w 3310338"/>
                      <a:gd name="csY7" fmla="*/ 4781549 h 4781549"/>
                      <a:gd name="csX8" fmla="*/ 751706 w 3310338"/>
                      <a:gd name="csY8" fmla="*/ 4781549 h 4781549"/>
                      <a:gd name="csX9" fmla="*/ 0 w 3310338"/>
                      <a:gd name="csY9" fmla="*/ 4029843 h 4781549"/>
                      <a:gd name="csX10" fmla="*/ 0 w 3310338"/>
                      <a:gd name="csY10" fmla="*/ 751706 h 4781549"/>
                      <a:gd name="csX0" fmla="*/ 0 w 3320640"/>
                      <a:gd name="csY0" fmla="*/ 751706 h 4788101"/>
                      <a:gd name="csX1" fmla="*/ 751706 w 3320640"/>
                      <a:gd name="csY1" fmla="*/ 0 h 4788101"/>
                      <a:gd name="csX2" fmla="*/ 2558316 w 3320640"/>
                      <a:gd name="csY2" fmla="*/ 0 h 4788101"/>
                      <a:gd name="csX3" fmla="*/ 3308348 w 3320640"/>
                      <a:gd name="csY3" fmla="*/ 2433 h 4788101"/>
                      <a:gd name="csX4" fmla="*/ 3310022 w 3320640"/>
                      <a:gd name="csY4" fmla="*/ 751706 h 4788101"/>
                      <a:gd name="csX5" fmla="*/ 3310022 w 3320640"/>
                      <a:gd name="csY5" fmla="*/ 4029843 h 4788101"/>
                      <a:gd name="csX6" fmla="*/ 3320640 w 3320640"/>
                      <a:gd name="csY6" fmla="*/ 4788101 h 4788101"/>
                      <a:gd name="csX7" fmla="*/ 2558316 w 3320640"/>
                      <a:gd name="csY7" fmla="*/ 4781549 h 4788101"/>
                      <a:gd name="csX8" fmla="*/ 751706 w 3320640"/>
                      <a:gd name="csY8" fmla="*/ 4781549 h 4788101"/>
                      <a:gd name="csX9" fmla="*/ 0 w 3320640"/>
                      <a:gd name="csY9" fmla="*/ 4029843 h 4788101"/>
                      <a:gd name="csX10" fmla="*/ 0 w 3320640"/>
                      <a:gd name="csY10" fmla="*/ 751706 h 4788101"/>
                      <a:gd name="csX0" fmla="*/ 0 w 3311115"/>
                      <a:gd name="csY0" fmla="*/ 751706 h 4788101"/>
                      <a:gd name="csX1" fmla="*/ 751706 w 3311115"/>
                      <a:gd name="csY1" fmla="*/ 0 h 4788101"/>
                      <a:gd name="csX2" fmla="*/ 2558316 w 3311115"/>
                      <a:gd name="csY2" fmla="*/ 0 h 4788101"/>
                      <a:gd name="csX3" fmla="*/ 3308348 w 3311115"/>
                      <a:gd name="csY3" fmla="*/ 2433 h 4788101"/>
                      <a:gd name="csX4" fmla="*/ 3310022 w 3311115"/>
                      <a:gd name="csY4" fmla="*/ 751706 h 4788101"/>
                      <a:gd name="csX5" fmla="*/ 3310022 w 3311115"/>
                      <a:gd name="csY5" fmla="*/ 4029843 h 4788101"/>
                      <a:gd name="csX6" fmla="*/ 3311115 w 3311115"/>
                      <a:gd name="csY6" fmla="*/ 4788101 h 4788101"/>
                      <a:gd name="csX7" fmla="*/ 2558316 w 3311115"/>
                      <a:gd name="csY7" fmla="*/ 4781549 h 4788101"/>
                      <a:gd name="csX8" fmla="*/ 751706 w 3311115"/>
                      <a:gd name="csY8" fmla="*/ 4781549 h 4788101"/>
                      <a:gd name="csX9" fmla="*/ 0 w 3311115"/>
                      <a:gd name="csY9" fmla="*/ 4029843 h 4788101"/>
                      <a:gd name="csX10" fmla="*/ 0 w 3311115"/>
                      <a:gd name="csY10" fmla="*/ 751706 h 4788101"/>
                      <a:gd name="csX0" fmla="*/ 0 w 3314290"/>
                      <a:gd name="csY0" fmla="*/ 751706 h 4781549"/>
                      <a:gd name="csX1" fmla="*/ 751706 w 3314290"/>
                      <a:gd name="csY1" fmla="*/ 0 h 4781549"/>
                      <a:gd name="csX2" fmla="*/ 2558316 w 3314290"/>
                      <a:gd name="csY2" fmla="*/ 0 h 4781549"/>
                      <a:gd name="csX3" fmla="*/ 3308348 w 3314290"/>
                      <a:gd name="csY3" fmla="*/ 2433 h 4781549"/>
                      <a:gd name="csX4" fmla="*/ 3310022 w 3314290"/>
                      <a:gd name="csY4" fmla="*/ 751706 h 4781549"/>
                      <a:gd name="csX5" fmla="*/ 3310022 w 3314290"/>
                      <a:gd name="csY5" fmla="*/ 4029843 h 4781549"/>
                      <a:gd name="csX6" fmla="*/ 3314290 w 3314290"/>
                      <a:gd name="csY6" fmla="*/ 4778576 h 4781549"/>
                      <a:gd name="csX7" fmla="*/ 2558316 w 3314290"/>
                      <a:gd name="csY7" fmla="*/ 4781549 h 4781549"/>
                      <a:gd name="csX8" fmla="*/ 751706 w 3314290"/>
                      <a:gd name="csY8" fmla="*/ 4781549 h 4781549"/>
                      <a:gd name="csX9" fmla="*/ 0 w 3314290"/>
                      <a:gd name="csY9" fmla="*/ 4029843 h 4781549"/>
                      <a:gd name="csX10" fmla="*/ 0 w 3314290"/>
                      <a:gd name="csY10" fmla="*/ 751706 h 4781549"/>
                      <a:gd name="csX0" fmla="*/ 0 w 3314290"/>
                      <a:gd name="csY0" fmla="*/ 751706 h 4791276"/>
                      <a:gd name="csX1" fmla="*/ 751706 w 3314290"/>
                      <a:gd name="csY1" fmla="*/ 0 h 4791276"/>
                      <a:gd name="csX2" fmla="*/ 2558316 w 3314290"/>
                      <a:gd name="csY2" fmla="*/ 0 h 4791276"/>
                      <a:gd name="csX3" fmla="*/ 3308348 w 3314290"/>
                      <a:gd name="csY3" fmla="*/ 2433 h 4791276"/>
                      <a:gd name="csX4" fmla="*/ 3310022 w 3314290"/>
                      <a:gd name="csY4" fmla="*/ 751706 h 4791276"/>
                      <a:gd name="csX5" fmla="*/ 3310022 w 3314290"/>
                      <a:gd name="csY5" fmla="*/ 4029843 h 4791276"/>
                      <a:gd name="csX6" fmla="*/ 3314290 w 3314290"/>
                      <a:gd name="csY6" fmla="*/ 4791276 h 4791276"/>
                      <a:gd name="csX7" fmla="*/ 2558316 w 3314290"/>
                      <a:gd name="csY7" fmla="*/ 4781549 h 4791276"/>
                      <a:gd name="csX8" fmla="*/ 751706 w 3314290"/>
                      <a:gd name="csY8" fmla="*/ 4781549 h 4791276"/>
                      <a:gd name="csX9" fmla="*/ 0 w 3314290"/>
                      <a:gd name="csY9" fmla="*/ 4029843 h 4791276"/>
                      <a:gd name="csX10" fmla="*/ 0 w 3314290"/>
                      <a:gd name="csY10" fmla="*/ 751706 h 4791276"/>
                      <a:gd name="csX0" fmla="*/ 0 w 3310338"/>
                      <a:gd name="csY0" fmla="*/ 751706 h 4781751"/>
                      <a:gd name="csX1" fmla="*/ 751706 w 3310338"/>
                      <a:gd name="csY1" fmla="*/ 0 h 4781751"/>
                      <a:gd name="csX2" fmla="*/ 2558316 w 3310338"/>
                      <a:gd name="csY2" fmla="*/ 0 h 4781751"/>
                      <a:gd name="csX3" fmla="*/ 3308348 w 3310338"/>
                      <a:gd name="csY3" fmla="*/ 2433 h 4781751"/>
                      <a:gd name="csX4" fmla="*/ 3310022 w 3310338"/>
                      <a:gd name="csY4" fmla="*/ 751706 h 4781751"/>
                      <a:gd name="csX5" fmla="*/ 3310022 w 3310338"/>
                      <a:gd name="csY5" fmla="*/ 4029843 h 4781751"/>
                      <a:gd name="csX6" fmla="*/ 3304765 w 3310338"/>
                      <a:gd name="csY6" fmla="*/ 4781751 h 4781751"/>
                      <a:gd name="csX7" fmla="*/ 2558316 w 3310338"/>
                      <a:gd name="csY7" fmla="*/ 4781549 h 4781751"/>
                      <a:gd name="csX8" fmla="*/ 751706 w 3310338"/>
                      <a:gd name="csY8" fmla="*/ 4781549 h 4781751"/>
                      <a:gd name="csX9" fmla="*/ 0 w 3310338"/>
                      <a:gd name="csY9" fmla="*/ 4029843 h 4781751"/>
                      <a:gd name="csX10" fmla="*/ 0 w 3310338"/>
                      <a:gd name="csY10" fmla="*/ 751706 h 4781751"/>
                      <a:gd name="csX0" fmla="*/ 0 w 3314290"/>
                      <a:gd name="csY0" fmla="*/ 751706 h 4781751"/>
                      <a:gd name="csX1" fmla="*/ 751706 w 3314290"/>
                      <a:gd name="csY1" fmla="*/ 0 h 4781751"/>
                      <a:gd name="csX2" fmla="*/ 2558316 w 3314290"/>
                      <a:gd name="csY2" fmla="*/ 0 h 4781751"/>
                      <a:gd name="csX3" fmla="*/ 3308348 w 3314290"/>
                      <a:gd name="csY3" fmla="*/ 2433 h 4781751"/>
                      <a:gd name="csX4" fmla="*/ 3310022 w 3314290"/>
                      <a:gd name="csY4" fmla="*/ 751706 h 4781751"/>
                      <a:gd name="csX5" fmla="*/ 3310022 w 3314290"/>
                      <a:gd name="csY5" fmla="*/ 4029843 h 4781751"/>
                      <a:gd name="csX6" fmla="*/ 3314290 w 3314290"/>
                      <a:gd name="csY6" fmla="*/ 4781751 h 4781751"/>
                      <a:gd name="csX7" fmla="*/ 2558316 w 3314290"/>
                      <a:gd name="csY7" fmla="*/ 4781549 h 4781751"/>
                      <a:gd name="csX8" fmla="*/ 751706 w 3314290"/>
                      <a:gd name="csY8" fmla="*/ 4781549 h 4781751"/>
                      <a:gd name="csX9" fmla="*/ 0 w 3314290"/>
                      <a:gd name="csY9" fmla="*/ 4029843 h 4781751"/>
                      <a:gd name="csX10" fmla="*/ 0 w 3314290"/>
                      <a:gd name="csY10" fmla="*/ 751706 h 4781751"/>
                      <a:gd name="csX0" fmla="*/ 0 w 3310338"/>
                      <a:gd name="csY0" fmla="*/ 751706 h 4781751"/>
                      <a:gd name="csX1" fmla="*/ 751706 w 3310338"/>
                      <a:gd name="csY1" fmla="*/ 0 h 4781751"/>
                      <a:gd name="csX2" fmla="*/ 2558316 w 3310338"/>
                      <a:gd name="csY2" fmla="*/ 0 h 4781751"/>
                      <a:gd name="csX3" fmla="*/ 3308348 w 3310338"/>
                      <a:gd name="csY3" fmla="*/ 2433 h 4781751"/>
                      <a:gd name="csX4" fmla="*/ 3310022 w 3310338"/>
                      <a:gd name="csY4" fmla="*/ 751706 h 4781751"/>
                      <a:gd name="csX5" fmla="*/ 3310022 w 3310338"/>
                      <a:gd name="csY5" fmla="*/ 4029843 h 4781751"/>
                      <a:gd name="csX6" fmla="*/ 3304765 w 3310338"/>
                      <a:gd name="csY6" fmla="*/ 4781751 h 4781751"/>
                      <a:gd name="csX7" fmla="*/ 2558316 w 3310338"/>
                      <a:gd name="csY7" fmla="*/ 4781549 h 4781751"/>
                      <a:gd name="csX8" fmla="*/ 751706 w 3310338"/>
                      <a:gd name="csY8" fmla="*/ 4781549 h 4781751"/>
                      <a:gd name="csX9" fmla="*/ 0 w 3310338"/>
                      <a:gd name="csY9" fmla="*/ 4029843 h 4781751"/>
                      <a:gd name="csX10" fmla="*/ 0 w 3310338"/>
                      <a:gd name="csY10" fmla="*/ 751706 h 4781751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</a:cxnLst>
                    <a:rect l="l" t="t" r="r" b="b"/>
                    <a:pathLst>
                      <a:path w="3310338" h="4781751">
                        <a:moveTo>
                          <a:pt x="0" y="751706"/>
                        </a:moveTo>
                        <a:cubicBezTo>
                          <a:pt x="0" y="336550"/>
                          <a:pt x="336550" y="0"/>
                          <a:pt x="751706" y="0"/>
                        </a:cubicBezTo>
                        <a:lnTo>
                          <a:pt x="2558316" y="0"/>
                        </a:lnTo>
                        <a:lnTo>
                          <a:pt x="3308348" y="2433"/>
                        </a:lnTo>
                        <a:cubicBezTo>
                          <a:pt x="3306789" y="247957"/>
                          <a:pt x="3311581" y="506182"/>
                          <a:pt x="3310022" y="751706"/>
                        </a:cubicBezTo>
                        <a:lnTo>
                          <a:pt x="3310022" y="4029843"/>
                        </a:lnTo>
                        <a:cubicBezTo>
                          <a:pt x="3310386" y="4282596"/>
                          <a:pt x="3304401" y="4528998"/>
                          <a:pt x="3304765" y="4781751"/>
                        </a:cubicBezTo>
                        <a:lnTo>
                          <a:pt x="2558316" y="4781549"/>
                        </a:lnTo>
                        <a:lnTo>
                          <a:pt x="751706" y="4781549"/>
                        </a:lnTo>
                        <a:cubicBezTo>
                          <a:pt x="336550" y="4781549"/>
                          <a:pt x="0" y="4444999"/>
                          <a:pt x="0" y="4029843"/>
                        </a:cubicBezTo>
                        <a:lnTo>
                          <a:pt x="0" y="751706"/>
                        </a:ln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>
              <a:solidFill>
                <a:srgbClr val="81875A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FA27903-2FC2-6F6E-B19E-4CF6F47057D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533494" y="1594592"/>
            <a:ext cx="3394289" cy="2171648"/>
          </a:xfrm>
          <a:custGeom>
            <a:avLst/>
            <a:gdLst>
              <a:gd name="csX0" fmla="*/ 0 w 3394289"/>
              <a:gd name="csY0" fmla="*/ 0 h 2171648"/>
              <a:gd name="csX1" fmla="*/ 644915 w 3394289"/>
              <a:gd name="csY1" fmla="*/ 0 h 2171648"/>
              <a:gd name="csX2" fmla="*/ 1255887 w 3394289"/>
              <a:gd name="csY2" fmla="*/ 0 h 2171648"/>
              <a:gd name="csX3" fmla="*/ 2002631 w 3394289"/>
              <a:gd name="csY3" fmla="*/ 0 h 2171648"/>
              <a:gd name="csX4" fmla="*/ 2647545 w 3394289"/>
              <a:gd name="csY4" fmla="*/ 0 h 2171648"/>
              <a:gd name="csX5" fmla="*/ 3394289 w 3394289"/>
              <a:gd name="csY5" fmla="*/ 0 h 2171648"/>
              <a:gd name="csX6" fmla="*/ 3394289 w 3394289"/>
              <a:gd name="csY6" fmla="*/ 564628 h 2171648"/>
              <a:gd name="csX7" fmla="*/ 3394289 w 3394289"/>
              <a:gd name="csY7" fmla="*/ 1042391 h 2171648"/>
              <a:gd name="csX8" fmla="*/ 3394289 w 3394289"/>
              <a:gd name="csY8" fmla="*/ 1607020 h 2171648"/>
              <a:gd name="csX9" fmla="*/ 3394289 w 3394289"/>
              <a:gd name="csY9" fmla="*/ 2171648 h 2171648"/>
              <a:gd name="csX10" fmla="*/ 2749374 w 3394289"/>
              <a:gd name="csY10" fmla="*/ 2171648 h 2171648"/>
              <a:gd name="csX11" fmla="*/ 2002631 w 3394289"/>
              <a:gd name="csY11" fmla="*/ 2171648 h 2171648"/>
              <a:gd name="csX12" fmla="*/ 1323773 w 3394289"/>
              <a:gd name="csY12" fmla="*/ 2171648 h 2171648"/>
              <a:gd name="csX13" fmla="*/ 746744 w 3394289"/>
              <a:gd name="csY13" fmla="*/ 2171648 h 2171648"/>
              <a:gd name="csX14" fmla="*/ 0 w 3394289"/>
              <a:gd name="csY14" fmla="*/ 2171648 h 2171648"/>
              <a:gd name="csX15" fmla="*/ 0 w 3394289"/>
              <a:gd name="csY15" fmla="*/ 1607020 h 2171648"/>
              <a:gd name="csX16" fmla="*/ 0 w 3394289"/>
              <a:gd name="csY16" fmla="*/ 1020675 h 2171648"/>
              <a:gd name="csX17" fmla="*/ 0 w 3394289"/>
              <a:gd name="csY17" fmla="*/ 0 h 217164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</a:cxnLst>
            <a:rect l="l" t="t" r="r" b="b"/>
            <a:pathLst>
              <a:path w="3394289" h="2171648" fill="none" extrusionOk="0">
                <a:moveTo>
                  <a:pt x="0" y="0"/>
                </a:moveTo>
                <a:cubicBezTo>
                  <a:pt x="183336" y="14444"/>
                  <a:pt x="399285" y="16821"/>
                  <a:pt x="644915" y="0"/>
                </a:cubicBezTo>
                <a:cubicBezTo>
                  <a:pt x="890546" y="-16821"/>
                  <a:pt x="1094408" y="25549"/>
                  <a:pt x="1255887" y="0"/>
                </a:cubicBezTo>
                <a:cubicBezTo>
                  <a:pt x="1417366" y="-25549"/>
                  <a:pt x="1732562" y="23402"/>
                  <a:pt x="2002631" y="0"/>
                </a:cubicBezTo>
                <a:cubicBezTo>
                  <a:pt x="2272700" y="-23402"/>
                  <a:pt x="2377689" y="6877"/>
                  <a:pt x="2647545" y="0"/>
                </a:cubicBezTo>
                <a:cubicBezTo>
                  <a:pt x="2917401" y="-6877"/>
                  <a:pt x="3053567" y="34170"/>
                  <a:pt x="3394289" y="0"/>
                </a:cubicBezTo>
                <a:cubicBezTo>
                  <a:pt x="3411158" y="274551"/>
                  <a:pt x="3415166" y="389438"/>
                  <a:pt x="3394289" y="564628"/>
                </a:cubicBezTo>
                <a:cubicBezTo>
                  <a:pt x="3373412" y="739818"/>
                  <a:pt x="3380405" y="914517"/>
                  <a:pt x="3394289" y="1042391"/>
                </a:cubicBezTo>
                <a:cubicBezTo>
                  <a:pt x="3408173" y="1170265"/>
                  <a:pt x="3402293" y="1381751"/>
                  <a:pt x="3394289" y="1607020"/>
                </a:cubicBezTo>
                <a:cubicBezTo>
                  <a:pt x="3386285" y="1832289"/>
                  <a:pt x="3418660" y="1925782"/>
                  <a:pt x="3394289" y="2171648"/>
                </a:cubicBezTo>
                <a:cubicBezTo>
                  <a:pt x="3088487" y="2160549"/>
                  <a:pt x="3041705" y="2171144"/>
                  <a:pt x="2749374" y="2171648"/>
                </a:cubicBezTo>
                <a:cubicBezTo>
                  <a:pt x="2457044" y="2172152"/>
                  <a:pt x="2221721" y="2192288"/>
                  <a:pt x="2002631" y="2171648"/>
                </a:cubicBezTo>
                <a:cubicBezTo>
                  <a:pt x="1783541" y="2151008"/>
                  <a:pt x="1596307" y="2171694"/>
                  <a:pt x="1323773" y="2171648"/>
                </a:cubicBezTo>
                <a:cubicBezTo>
                  <a:pt x="1051239" y="2171602"/>
                  <a:pt x="893774" y="2152113"/>
                  <a:pt x="746744" y="2171648"/>
                </a:cubicBezTo>
                <a:cubicBezTo>
                  <a:pt x="599714" y="2191183"/>
                  <a:pt x="210086" y="2159738"/>
                  <a:pt x="0" y="2171648"/>
                </a:cubicBezTo>
                <a:cubicBezTo>
                  <a:pt x="294" y="1920001"/>
                  <a:pt x="-14770" y="1773395"/>
                  <a:pt x="0" y="1607020"/>
                </a:cubicBezTo>
                <a:cubicBezTo>
                  <a:pt x="14770" y="1440645"/>
                  <a:pt x="24606" y="1273568"/>
                  <a:pt x="0" y="1020675"/>
                </a:cubicBezTo>
                <a:cubicBezTo>
                  <a:pt x="-24606" y="767783"/>
                  <a:pt x="-31542" y="423184"/>
                  <a:pt x="0" y="0"/>
                </a:cubicBezTo>
                <a:close/>
              </a:path>
              <a:path w="3394289" h="2171648" stroke="0" extrusionOk="0">
                <a:moveTo>
                  <a:pt x="0" y="0"/>
                </a:moveTo>
                <a:cubicBezTo>
                  <a:pt x="216427" y="7356"/>
                  <a:pt x="289412" y="-9489"/>
                  <a:pt x="577029" y="0"/>
                </a:cubicBezTo>
                <a:cubicBezTo>
                  <a:pt x="864646" y="9489"/>
                  <a:pt x="1001704" y="20109"/>
                  <a:pt x="1289830" y="0"/>
                </a:cubicBezTo>
                <a:cubicBezTo>
                  <a:pt x="1577956" y="-20109"/>
                  <a:pt x="1788270" y="9690"/>
                  <a:pt x="2002631" y="0"/>
                </a:cubicBezTo>
                <a:cubicBezTo>
                  <a:pt x="2216992" y="-9690"/>
                  <a:pt x="2501742" y="5349"/>
                  <a:pt x="2749374" y="0"/>
                </a:cubicBezTo>
                <a:cubicBezTo>
                  <a:pt x="2997006" y="-5349"/>
                  <a:pt x="3087916" y="-6683"/>
                  <a:pt x="3394289" y="0"/>
                </a:cubicBezTo>
                <a:cubicBezTo>
                  <a:pt x="3416309" y="252153"/>
                  <a:pt x="3376030" y="286761"/>
                  <a:pt x="3394289" y="542912"/>
                </a:cubicBezTo>
                <a:cubicBezTo>
                  <a:pt x="3412548" y="799063"/>
                  <a:pt x="3383054" y="846716"/>
                  <a:pt x="3394289" y="1064108"/>
                </a:cubicBezTo>
                <a:cubicBezTo>
                  <a:pt x="3405524" y="1281500"/>
                  <a:pt x="3365241" y="1387060"/>
                  <a:pt x="3394289" y="1650452"/>
                </a:cubicBezTo>
                <a:cubicBezTo>
                  <a:pt x="3423337" y="1913844"/>
                  <a:pt x="3405669" y="2021021"/>
                  <a:pt x="3394289" y="2171648"/>
                </a:cubicBezTo>
                <a:cubicBezTo>
                  <a:pt x="3181501" y="2200522"/>
                  <a:pt x="3019821" y="2144427"/>
                  <a:pt x="2681488" y="2171648"/>
                </a:cubicBezTo>
                <a:cubicBezTo>
                  <a:pt x="2343155" y="2198869"/>
                  <a:pt x="2223780" y="2156436"/>
                  <a:pt x="2070516" y="2171648"/>
                </a:cubicBezTo>
                <a:cubicBezTo>
                  <a:pt x="1917252" y="2186860"/>
                  <a:pt x="1651772" y="2201104"/>
                  <a:pt x="1459544" y="2171648"/>
                </a:cubicBezTo>
                <a:cubicBezTo>
                  <a:pt x="1267316" y="2142192"/>
                  <a:pt x="901097" y="2182035"/>
                  <a:pt x="746744" y="2171648"/>
                </a:cubicBezTo>
                <a:cubicBezTo>
                  <a:pt x="592391" y="2161261"/>
                  <a:pt x="248887" y="2190140"/>
                  <a:pt x="0" y="2171648"/>
                </a:cubicBezTo>
                <a:cubicBezTo>
                  <a:pt x="-12827" y="2008568"/>
                  <a:pt x="-16654" y="1859361"/>
                  <a:pt x="0" y="1672169"/>
                </a:cubicBezTo>
                <a:cubicBezTo>
                  <a:pt x="16654" y="1484977"/>
                  <a:pt x="29313" y="1224194"/>
                  <a:pt x="0" y="1085824"/>
                </a:cubicBezTo>
                <a:cubicBezTo>
                  <a:pt x="-29313" y="947454"/>
                  <a:pt x="4458" y="726344"/>
                  <a:pt x="0" y="499479"/>
                </a:cubicBezTo>
                <a:cubicBezTo>
                  <a:pt x="-4458" y="272615"/>
                  <a:pt x="-10559" y="103750"/>
                  <a:pt x="0" y="0"/>
                </a:cubicBezTo>
                <a:close/>
              </a:path>
            </a:pathLst>
          </a:custGeom>
          <a:solidFill>
            <a:srgbClr val="EDEEE6"/>
          </a:solidFill>
          <a:ln w="57150">
            <a:solidFill>
              <a:srgbClr val="81875A"/>
            </a:solidFill>
            <a:extLst>
              <a:ext uri="{C807C97D-BFC1-408E-A445-0C87EB9F89A2}">
                <ask:lineSketchStyleProps xmlns:ask="http://schemas.microsoft.com/office/drawing/2018/sketchyshapes" sd="3850654341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altLang="ko-KR" dirty="0">
              <a:solidFill>
                <a:srgbClr val="81875A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02A52B0-4971-CB9D-FE6B-D65CEC79DE8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533494" y="4204081"/>
            <a:ext cx="3394289" cy="2171648"/>
          </a:xfrm>
          <a:custGeom>
            <a:avLst/>
            <a:gdLst>
              <a:gd name="csX0" fmla="*/ 0 w 3394289"/>
              <a:gd name="csY0" fmla="*/ 0 h 2171648"/>
              <a:gd name="csX1" fmla="*/ 678858 w 3394289"/>
              <a:gd name="csY1" fmla="*/ 0 h 2171648"/>
              <a:gd name="csX2" fmla="*/ 1391658 w 3394289"/>
              <a:gd name="csY2" fmla="*/ 0 h 2171648"/>
              <a:gd name="csX3" fmla="*/ 2138402 w 3394289"/>
              <a:gd name="csY3" fmla="*/ 0 h 2171648"/>
              <a:gd name="csX4" fmla="*/ 3394289 w 3394289"/>
              <a:gd name="csY4" fmla="*/ 0 h 2171648"/>
              <a:gd name="csX5" fmla="*/ 3394289 w 3394289"/>
              <a:gd name="csY5" fmla="*/ 564628 h 2171648"/>
              <a:gd name="csX6" fmla="*/ 3394289 w 3394289"/>
              <a:gd name="csY6" fmla="*/ 1107540 h 2171648"/>
              <a:gd name="csX7" fmla="*/ 3394289 w 3394289"/>
              <a:gd name="csY7" fmla="*/ 1693885 h 2171648"/>
              <a:gd name="csX8" fmla="*/ 3394289 w 3394289"/>
              <a:gd name="csY8" fmla="*/ 2171648 h 2171648"/>
              <a:gd name="csX9" fmla="*/ 2647545 w 3394289"/>
              <a:gd name="csY9" fmla="*/ 2171648 h 2171648"/>
              <a:gd name="csX10" fmla="*/ 2036573 w 3394289"/>
              <a:gd name="csY10" fmla="*/ 2171648 h 2171648"/>
              <a:gd name="csX11" fmla="*/ 1289830 w 3394289"/>
              <a:gd name="csY11" fmla="*/ 2171648 h 2171648"/>
              <a:gd name="csX12" fmla="*/ 0 w 3394289"/>
              <a:gd name="csY12" fmla="*/ 2171648 h 2171648"/>
              <a:gd name="csX13" fmla="*/ 0 w 3394289"/>
              <a:gd name="csY13" fmla="*/ 1607020 h 2171648"/>
              <a:gd name="csX14" fmla="*/ 0 w 3394289"/>
              <a:gd name="csY14" fmla="*/ 1129257 h 2171648"/>
              <a:gd name="csX15" fmla="*/ 0 w 3394289"/>
              <a:gd name="csY15" fmla="*/ 586345 h 2171648"/>
              <a:gd name="csX16" fmla="*/ 0 w 3394289"/>
              <a:gd name="csY16" fmla="*/ 0 h 217164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3394289" h="2171648" fill="none" extrusionOk="0">
                <a:moveTo>
                  <a:pt x="0" y="0"/>
                </a:moveTo>
                <a:cubicBezTo>
                  <a:pt x="180040" y="-20579"/>
                  <a:pt x="491939" y="18338"/>
                  <a:pt x="678858" y="0"/>
                </a:cubicBezTo>
                <a:cubicBezTo>
                  <a:pt x="865777" y="-18338"/>
                  <a:pt x="1243055" y="17540"/>
                  <a:pt x="1391658" y="0"/>
                </a:cubicBezTo>
                <a:cubicBezTo>
                  <a:pt x="1540261" y="-17540"/>
                  <a:pt x="1910528" y="-4364"/>
                  <a:pt x="2138402" y="0"/>
                </a:cubicBezTo>
                <a:cubicBezTo>
                  <a:pt x="2366276" y="4364"/>
                  <a:pt x="2805401" y="-56649"/>
                  <a:pt x="3394289" y="0"/>
                </a:cubicBezTo>
                <a:cubicBezTo>
                  <a:pt x="3392548" y="148639"/>
                  <a:pt x="3379948" y="296461"/>
                  <a:pt x="3394289" y="564628"/>
                </a:cubicBezTo>
                <a:cubicBezTo>
                  <a:pt x="3408630" y="832795"/>
                  <a:pt x="3395849" y="991070"/>
                  <a:pt x="3394289" y="1107540"/>
                </a:cubicBezTo>
                <a:cubicBezTo>
                  <a:pt x="3392729" y="1224010"/>
                  <a:pt x="3390102" y="1412225"/>
                  <a:pt x="3394289" y="1693885"/>
                </a:cubicBezTo>
                <a:cubicBezTo>
                  <a:pt x="3398476" y="1975546"/>
                  <a:pt x="3410796" y="2051268"/>
                  <a:pt x="3394289" y="2171648"/>
                </a:cubicBezTo>
                <a:cubicBezTo>
                  <a:pt x="3190072" y="2154423"/>
                  <a:pt x="2975706" y="2191425"/>
                  <a:pt x="2647545" y="2171648"/>
                </a:cubicBezTo>
                <a:cubicBezTo>
                  <a:pt x="2319384" y="2151871"/>
                  <a:pt x="2323696" y="2156947"/>
                  <a:pt x="2036573" y="2171648"/>
                </a:cubicBezTo>
                <a:cubicBezTo>
                  <a:pt x="1749450" y="2186349"/>
                  <a:pt x="1592380" y="2138550"/>
                  <a:pt x="1289830" y="2171648"/>
                </a:cubicBezTo>
                <a:cubicBezTo>
                  <a:pt x="987280" y="2204746"/>
                  <a:pt x="506712" y="2199235"/>
                  <a:pt x="0" y="2171648"/>
                </a:cubicBezTo>
                <a:cubicBezTo>
                  <a:pt x="-13423" y="2044844"/>
                  <a:pt x="-1134" y="1802696"/>
                  <a:pt x="0" y="1607020"/>
                </a:cubicBezTo>
                <a:cubicBezTo>
                  <a:pt x="1134" y="1411344"/>
                  <a:pt x="-5172" y="1330159"/>
                  <a:pt x="0" y="1129257"/>
                </a:cubicBezTo>
                <a:cubicBezTo>
                  <a:pt x="5172" y="928355"/>
                  <a:pt x="15205" y="703240"/>
                  <a:pt x="0" y="586345"/>
                </a:cubicBezTo>
                <a:cubicBezTo>
                  <a:pt x="-15205" y="469450"/>
                  <a:pt x="-15591" y="243822"/>
                  <a:pt x="0" y="0"/>
                </a:cubicBezTo>
                <a:close/>
              </a:path>
              <a:path w="3394289" h="2171648" stroke="0" extrusionOk="0">
                <a:moveTo>
                  <a:pt x="0" y="0"/>
                </a:moveTo>
                <a:cubicBezTo>
                  <a:pt x="353586" y="15554"/>
                  <a:pt x="432817" y="10488"/>
                  <a:pt x="712801" y="0"/>
                </a:cubicBezTo>
                <a:cubicBezTo>
                  <a:pt x="992785" y="-10488"/>
                  <a:pt x="1147568" y="-17059"/>
                  <a:pt x="1289830" y="0"/>
                </a:cubicBezTo>
                <a:cubicBezTo>
                  <a:pt x="1432092" y="17059"/>
                  <a:pt x="1722923" y="26508"/>
                  <a:pt x="1968688" y="0"/>
                </a:cubicBezTo>
                <a:cubicBezTo>
                  <a:pt x="2214453" y="-26508"/>
                  <a:pt x="2399755" y="-16743"/>
                  <a:pt x="2681488" y="0"/>
                </a:cubicBezTo>
                <a:cubicBezTo>
                  <a:pt x="2963221" y="16743"/>
                  <a:pt x="3241565" y="15822"/>
                  <a:pt x="3394289" y="0"/>
                </a:cubicBezTo>
                <a:cubicBezTo>
                  <a:pt x="3372429" y="155247"/>
                  <a:pt x="3396509" y="406248"/>
                  <a:pt x="3394289" y="521196"/>
                </a:cubicBezTo>
                <a:cubicBezTo>
                  <a:pt x="3392069" y="636144"/>
                  <a:pt x="3378200" y="887032"/>
                  <a:pt x="3394289" y="1064108"/>
                </a:cubicBezTo>
                <a:cubicBezTo>
                  <a:pt x="3410378" y="1241184"/>
                  <a:pt x="3387155" y="1401267"/>
                  <a:pt x="3394289" y="1563587"/>
                </a:cubicBezTo>
                <a:cubicBezTo>
                  <a:pt x="3401423" y="1725907"/>
                  <a:pt x="3413924" y="2015452"/>
                  <a:pt x="3394289" y="2171648"/>
                </a:cubicBezTo>
                <a:cubicBezTo>
                  <a:pt x="3186416" y="2174462"/>
                  <a:pt x="2910704" y="2164958"/>
                  <a:pt x="2647545" y="2171648"/>
                </a:cubicBezTo>
                <a:cubicBezTo>
                  <a:pt x="2384386" y="2178338"/>
                  <a:pt x="2085110" y="2156631"/>
                  <a:pt x="1900802" y="2171648"/>
                </a:cubicBezTo>
                <a:cubicBezTo>
                  <a:pt x="1716494" y="2186665"/>
                  <a:pt x="1372483" y="2206366"/>
                  <a:pt x="1154058" y="2171648"/>
                </a:cubicBezTo>
                <a:cubicBezTo>
                  <a:pt x="935633" y="2136930"/>
                  <a:pt x="338419" y="2176845"/>
                  <a:pt x="0" y="2171648"/>
                </a:cubicBezTo>
                <a:cubicBezTo>
                  <a:pt x="378" y="1915555"/>
                  <a:pt x="-24957" y="1780489"/>
                  <a:pt x="0" y="1607020"/>
                </a:cubicBezTo>
                <a:cubicBezTo>
                  <a:pt x="24957" y="1433551"/>
                  <a:pt x="-23781" y="1201569"/>
                  <a:pt x="0" y="1064108"/>
                </a:cubicBezTo>
                <a:cubicBezTo>
                  <a:pt x="23781" y="926647"/>
                  <a:pt x="15098" y="733048"/>
                  <a:pt x="0" y="564628"/>
                </a:cubicBezTo>
                <a:cubicBezTo>
                  <a:pt x="-15098" y="396208"/>
                  <a:pt x="16332" y="152049"/>
                  <a:pt x="0" y="0"/>
                </a:cubicBezTo>
                <a:close/>
              </a:path>
            </a:pathLst>
          </a:custGeom>
          <a:solidFill>
            <a:srgbClr val="EDEEE6"/>
          </a:solidFill>
          <a:ln w="57150">
            <a:solidFill>
              <a:srgbClr val="81875A"/>
            </a:solidFill>
            <a:extLst>
              <a:ext uri="{C807C97D-BFC1-408E-A445-0C87EB9F89A2}">
                <ask:lineSketchStyleProps xmlns:ask="http://schemas.microsoft.com/office/drawing/2018/sketchyshapes" sd="371090966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>
              <a:solidFill>
                <a:srgbClr val="81875A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8D5CD73-8A13-A6CA-D55C-2A2F7485A3C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383958" y="4204081"/>
            <a:ext cx="3036515" cy="2171648"/>
          </a:xfrm>
          <a:custGeom>
            <a:avLst/>
            <a:gdLst>
              <a:gd name="csX0" fmla="*/ 0 w 3036515"/>
              <a:gd name="csY0" fmla="*/ 0 h 2171648"/>
              <a:gd name="csX1" fmla="*/ 516208 w 3036515"/>
              <a:gd name="csY1" fmla="*/ 0 h 2171648"/>
              <a:gd name="csX2" fmla="*/ 1184241 w 3036515"/>
              <a:gd name="csY2" fmla="*/ 0 h 2171648"/>
              <a:gd name="csX3" fmla="*/ 1700448 w 3036515"/>
              <a:gd name="csY3" fmla="*/ 0 h 2171648"/>
              <a:gd name="csX4" fmla="*/ 2338117 w 3036515"/>
              <a:gd name="csY4" fmla="*/ 0 h 2171648"/>
              <a:gd name="csX5" fmla="*/ 3036515 w 3036515"/>
              <a:gd name="csY5" fmla="*/ 0 h 2171648"/>
              <a:gd name="csX6" fmla="*/ 3031108 w 3036515"/>
              <a:gd name="csY6" fmla="*/ 1530361 h 2171648"/>
              <a:gd name="csX7" fmla="*/ 2260088 w 3036515"/>
              <a:gd name="csY7" fmla="*/ 2158124 h 2171648"/>
              <a:gd name="csX8" fmla="*/ 1762869 w 3036515"/>
              <a:gd name="csY8" fmla="*/ 2161099 h 2171648"/>
              <a:gd name="csX9" fmla="*/ 1265649 w 3036515"/>
              <a:gd name="csY9" fmla="*/ 2164075 h 2171648"/>
              <a:gd name="csX10" fmla="*/ 768430 w 3036515"/>
              <a:gd name="csY10" fmla="*/ 2167050 h 2171648"/>
              <a:gd name="csX11" fmla="*/ 0 w 3036515"/>
              <a:gd name="csY11" fmla="*/ 2171648 h 2171648"/>
              <a:gd name="csX12" fmla="*/ 0 w 3036515"/>
              <a:gd name="csY12" fmla="*/ 1672169 h 2171648"/>
              <a:gd name="csX13" fmla="*/ 0 w 3036515"/>
              <a:gd name="csY13" fmla="*/ 1129257 h 2171648"/>
              <a:gd name="csX14" fmla="*/ 0 w 3036515"/>
              <a:gd name="csY14" fmla="*/ 629778 h 2171648"/>
              <a:gd name="csX15" fmla="*/ 0 w 3036515"/>
              <a:gd name="csY15" fmla="*/ 0 h 217164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3036515" h="2171648" fill="none" extrusionOk="0">
                <a:moveTo>
                  <a:pt x="0" y="0"/>
                </a:moveTo>
                <a:cubicBezTo>
                  <a:pt x="232291" y="-16340"/>
                  <a:pt x="298251" y="5865"/>
                  <a:pt x="516208" y="0"/>
                </a:cubicBezTo>
                <a:cubicBezTo>
                  <a:pt x="734165" y="-5865"/>
                  <a:pt x="927888" y="-28295"/>
                  <a:pt x="1184241" y="0"/>
                </a:cubicBezTo>
                <a:cubicBezTo>
                  <a:pt x="1440594" y="28295"/>
                  <a:pt x="1537677" y="-17971"/>
                  <a:pt x="1700448" y="0"/>
                </a:cubicBezTo>
                <a:cubicBezTo>
                  <a:pt x="1863219" y="17971"/>
                  <a:pt x="2052978" y="27889"/>
                  <a:pt x="2338117" y="0"/>
                </a:cubicBezTo>
                <a:cubicBezTo>
                  <a:pt x="2623256" y="-27889"/>
                  <a:pt x="2690140" y="21982"/>
                  <a:pt x="3036515" y="0"/>
                </a:cubicBezTo>
                <a:cubicBezTo>
                  <a:pt x="3007497" y="679040"/>
                  <a:pt x="3032963" y="1167146"/>
                  <a:pt x="3031108" y="1530361"/>
                </a:cubicBezTo>
                <a:cubicBezTo>
                  <a:pt x="3010213" y="1884214"/>
                  <a:pt x="2685107" y="2153221"/>
                  <a:pt x="2260088" y="2158124"/>
                </a:cubicBezTo>
                <a:cubicBezTo>
                  <a:pt x="2090790" y="2168265"/>
                  <a:pt x="1943145" y="2173768"/>
                  <a:pt x="1762869" y="2161099"/>
                </a:cubicBezTo>
                <a:cubicBezTo>
                  <a:pt x="1582593" y="2148430"/>
                  <a:pt x="1369869" y="2161706"/>
                  <a:pt x="1265649" y="2164075"/>
                </a:cubicBezTo>
                <a:cubicBezTo>
                  <a:pt x="1161429" y="2166443"/>
                  <a:pt x="974054" y="2151823"/>
                  <a:pt x="768430" y="2167050"/>
                </a:cubicBezTo>
                <a:cubicBezTo>
                  <a:pt x="562806" y="2182277"/>
                  <a:pt x="375745" y="2175274"/>
                  <a:pt x="0" y="2171648"/>
                </a:cubicBezTo>
                <a:cubicBezTo>
                  <a:pt x="-11649" y="1978236"/>
                  <a:pt x="22249" y="1820418"/>
                  <a:pt x="0" y="1672169"/>
                </a:cubicBezTo>
                <a:cubicBezTo>
                  <a:pt x="-22249" y="1523920"/>
                  <a:pt x="22317" y="1292415"/>
                  <a:pt x="0" y="1129257"/>
                </a:cubicBezTo>
                <a:cubicBezTo>
                  <a:pt x="-22317" y="966099"/>
                  <a:pt x="13764" y="792262"/>
                  <a:pt x="0" y="629778"/>
                </a:cubicBezTo>
                <a:cubicBezTo>
                  <a:pt x="-13764" y="467294"/>
                  <a:pt x="7022" y="163324"/>
                  <a:pt x="0" y="0"/>
                </a:cubicBezTo>
                <a:close/>
              </a:path>
              <a:path w="3036515" h="2171648" stroke="0" extrusionOk="0">
                <a:moveTo>
                  <a:pt x="0" y="0"/>
                </a:moveTo>
                <a:cubicBezTo>
                  <a:pt x="254384" y="-13761"/>
                  <a:pt x="380120" y="-8677"/>
                  <a:pt x="516208" y="0"/>
                </a:cubicBezTo>
                <a:cubicBezTo>
                  <a:pt x="652296" y="8677"/>
                  <a:pt x="1001399" y="15455"/>
                  <a:pt x="1123511" y="0"/>
                </a:cubicBezTo>
                <a:cubicBezTo>
                  <a:pt x="1245623" y="-15455"/>
                  <a:pt x="1490389" y="23308"/>
                  <a:pt x="1730814" y="0"/>
                </a:cubicBezTo>
                <a:cubicBezTo>
                  <a:pt x="1971239" y="-23308"/>
                  <a:pt x="2043321" y="-523"/>
                  <a:pt x="2247021" y="0"/>
                </a:cubicBezTo>
                <a:cubicBezTo>
                  <a:pt x="2450721" y="523"/>
                  <a:pt x="2692553" y="-28529"/>
                  <a:pt x="3036515" y="0"/>
                </a:cubicBezTo>
                <a:cubicBezTo>
                  <a:pt x="2988486" y="761534"/>
                  <a:pt x="3038488" y="1166262"/>
                  <a:pt x="3031108" y="1530361"/>
                </a:cubicBezTo>
                <a:cubicBezTo>
                  <a:pt x="3090880" y="1834296"/>
                  <a:pt x="2744603" y="2236836"/>
                  <a:pt x="2260088" y="2158124"/>
                </a:cubicBezTo>
                <a:cubicBezTo>
                  <a:pt x="2102723" y="2154444"/>
                  <a:pt x="1857987" y="2177525"/>
                  <a:pt x="1717667" y="2161370"/>
                </a:cubicBezTo>
                <a:cubicBezTo>
                  <a:pt x="1577347" y="2145215"/>
                  <a:pt x="1316671" y="2183551"/>
                  <a:pt x="1152645" y="2164751"/>
                </a:cubicBezTo>
                <a:cubicBezTo>
                  <a:pt x="988619" y="2145951"/>
                  <a:pt x="666818" y="2197492"/>
                  <a:pt x="542421" y="2168402"/>
                </a:cubicBezTo>
                <a:cubicBezTo>
                  <a:pt x="418024" y="2139312"/>
                  <a:pt x="108724" y="2154985"/>
                  <a:pt x="0" y="2171648"/>
                </a:cubicBezTo>
                <a:cubicBezTo>
                  <a:pt x="7117" y="1928667"/>
                  <a:pt x="17215" y="1771435"/>
                  <a:pt x="0" y="1585303"/>
                </a:cubicBezTo>
                <a:cubicBezTo>
                  <a:pt x="-17215" y="1399171"/>
                  <a:pt x="21977" y="1301278"/>
                  <a:pt x="0" y="1107540"/>
                </a:cubicBezTo>
                <a:cubicBezTo>
                  <a:pt x="-21977" y="913802"/>
                  <a:pt x="-7169" y="809947"/>
                  <a:pt x="0" y="521196"/>
                </a:cubicBezTo>
                <a:cubicBezTo>
                  <a:pt x="7169" y="232445"/>
                  <a:pt x="-20391" y="180878"/>
                  <a:pt x="0" y="0"/>
                </a:cubicBezTo>
                <a:close/>
              </a:path>
            </a:pathLst>
          </a:custGeom>
          <a:solidFill>
            <a:srgbClr val="EDEEE6"/>
          </a:solidFill>
          <a:ln w="57150">
            <a:solidFill>
              <a:srgbClr val="81875A"/>
            </a:solidFill>
            <a:extLst>
              <a:ext uri="{C807C97D-BFC1-408E-A445-0C87EB9F89A2}">
                <ask:lineSketchStyleProps xmlns:ask="http://schemas.microsoft.com/office/drawing/2018/sketchyshapes" sd="2459294645">
                  <a:custGeom>
                    <a:avLst/>
                    <a:gdLst>
                      <a:gd name="csX0" fmla="*/ 0 w 3036515"/>
                      <a:gd name="csY0" fmla="*/ 0 h 2171648"/>
                      <a:gd name="csX1" fmla="*/ 3036515 w 3036515"/>
                      <a:gd name="csY1" fmla="*/ 0 h 2171648"/>
                      <a:gd name="csX2" fmla="*/ 3036515 w 3036515"/>
                      <a:gd name="csY2" fmla="*/ 2171648 h 2171648"/>
                      <a:gd name="csX3" fmla="*/ 0 w 3036515"/>
                      <a:gd name="csY3" fmla="*/ 2171648 h 2171648"/>
                      <a:gd name="csX4" fmla="*/ 0 w 3036515"/>
                      <a:gd name="csY4" fmla="*/ 0 h 2171648"/>
                      <a:gd name="csX0" fmla="*/ 0 w 3036515"/>
                      <a:gd name="csY0" fmla="*/ 0 h 2171648"/>
                      <a:gd name="csX1" fmla="*/ 3036515 w 3036515"/>
                      <a:gd name="csY1" fmla="*/ 0 h 2171648"/>
                      <a:gd name="csX2" fmla="*/ 3036515 w 3036515"/>
                      <a:gd name="csY2" fmla="*/ 2171648 h 2171648"/>
                      <a:gd name="csX3" fmla="*/ 0 w 3036515"/>
                      <a:gd name="csY3" fmla="*/ 2171648 h 2171648"/>
                      <a:gd name="csX4" fmla="*/ 0 w 3036515"/>
                      <a:gd name="csY4" fmla="*/ 0 h 2171648"/>
                      <a:gd name="csX0" fmla="*/ 0 w 3036515"/>
                      <a:gd name="csY0" fmla="*/ 0 h 2171648"/>
                      <a:gd name="csX1" fmla="*/ 3036515 w 3036515"/>
                      <a:gd name="csY1" fmla="*/ 0 h 2171648"/>
                      <a:gd name="csX2" fmla="*/ 3036515 w 3036515"/>
                      <a:gd name="csY2" fmla="*/ 2171648 h 2171648"/>
                      <a:gd name="csX3" fmla="*/ 0 w 3036515"/>
                      <a:gd name="csY3" fmla="*/ 2171648 h 2171648"/>
                      <a:gd name="csX4" fmla="*/ 0 w 3036515"/>
                      <a:gd name="csY4" fmla="*/ 0 h 2171648"/>
                      <a:gd name="csX0" fmla="*/ 0 w 3036515"/>
                      <a:gd name="csY0" fmla="*/ 0 h 2328846"/>
                      <a:gd name="csX1" fmla="*/ 3036515 w 3036515"/>
                      <a:gd name="csY1" fmla="*/ 0 h 2328846"/>
                      <a:gd name="csX2" fmla="*/ 3036515 w 3036515"/>
                      <a:gd name="csY2" fmla="*/ 2171648 h 2328846"/>
                      <a:gd name="csX3" fmla="*/ 2317238 w 3036515"/>
                      <a:gd name="csY3" fmla="*/ 2160505 h 2328846"/>
                      <a:gd name="csX4" fmla="*/ 0 w 3036515"/>
                      <a:gd name="csY4" fmla="*/ 2171648 h 2328846"/>
                      <a:gd name="csX5" fmla="*/ 0 w 3036515"/>
                      <a:gd name="csY5" fmla="*/ 0 h 2328846"/>
                      <a:gd name="csX0" fmla="*/ 0 w 3036515"/>
                      <a:gd name="csY0" fmla="*/ 0 h 2328846"/>
                      <a:gd name="csX1" fmla="*/ 3036515 w 3036515"/>
                      <a:gd name="csY1" fmla="*/ 0 h 2328846"/>
                      <a:gd name="csX2" fmla="*/ 3036515 w 3036515"/>
                      <a:gd name="csY2" fmla="*/ 2171648 h 2328846"/>
                      <a:gd name="csX3" fmla="*/ 2317238 w 3036515"/>
                      <a:gd name="csY3" fmla="*/ 2160505 h 2328846"/>
                      <a:gd name="csX4" fmla="*/ 0 w 3036515"/>
                      <a:gd name="csY4" fmla="*/ 2171648 h 2328846"/>
                      <a:gd name="csX5" fmla="*/ 0 w 3036515"/>
                      <a:gd name="csY5" fmla="*/ 0 h 2328846"/>
                      <a:gd name="csX0" fmla="*/ 0 w 3036515"/>
                      <a:gd name="csY0" fmla="*/ 0 h 2171648"/>
                      <a:gd name="csX1" fmla="*/ 3036515 w 3036515"/>
                      <a:gd name="csY1" fmla="*/ 0 h 2171648"/>
                      <a:gd name="csX2" fmla="*/ 3018408 w 3036515"/>
                      <a:gd name="csY2" fmla="*/ 1682761 h 2171648"/>
                      <a:gd name="csX3" fmla="*/ 2317238 w 3036515"/>
                      <a:gd name="csY3" fmla="*/ 2160505 h 2171648"/>
                      <a:gd name="csX4" fmla="*/ 0 w 3036515"/>
                      <a:gd name="csY4" fmla="*/ 2171648 h 2171648"/>
                      <a:gd name="csX5" fmla="*/ 0 w 3036515"/>
                      <a:gd name="csY5" fmla="*/ 0 h 2171648"/>
                      <a:gd name="csX0" fmla="*/ 0 w 3043808"/>
                      <a:gd name="csY0" fmla="*/ 0 h 2171648"/>
                      <a:gd name="csX1" fmla="*/ 3036515 w 3043808"/>
                      <a:gd name="csY1" fmla="*/ 0 h 2171648"/>
                      <a:gd name="csX2" fmla="*/ 3043808 w 3043808"/>
                      <a:gd name="csY2" fmla="*/ 1682761 h 2171648"/>
                      <a:gd name="csX3" fmla="*/ 2317238 w 3043808"/>
                      <a:gd name="csY3" fmla="*/ 2160505 h 2171648"/>
                      <a:gd name="csX4" fmla="*/ 0 w 3043808"/>
                      <a:gd name="csY4" fmla="*/ 2171648 h 2171648"/>
                      <a:gd name="csX5" fmla="*/ 0 w 3043808"/>
                      <a:gd name="csY5" fmla="*/ 0 h 2171648"/>
                      <a:gd name="csX0" fmla="*/ 0 w 3043883"/>
                      <a:gd name="csY0" fmla="*/ 0 h 2171648"/>
                      <a:gd name="csX1" fmla="*/ 3036515 w 3043883"/>
                      <a:gd name="csY1" fmla="*/ 0 h 2171648"/>
                      <a:gd name="csX2" fmla="*/ 3043808 w 3043883"/>
                      <a:gd name="csY2" fmla="*/ 1682761 h 2171648"/>
                      <a:gd name="csX3" fmla="*/ 2317238 w 3043883"/>
                      <a:gd name="csY3" fmla="*/ 2160505 h 2171648"/>
                      <a:gd name="csX4" fmla="*/ 0 w 3043883"/>
                      <a:gd name="csY4" fmla="*/ 2171648 h 2171648"/>
                      <a:gd name="csX5" fmla="*/ 0 w 3043883"/>
                      <a:gd name="csY5" fmla="*/ 0 h 2171648"/>
                      <a:gd name="csX0" fmla="*/ 0 w 3036515"/>
                      <a:gd name="csY0" fmla="*/ 0 h 2171648"/>
                      <a:gd name="csX1" fmla="*/ 3036515 w 3036515"/>
                      <a:gd name="csY1" fmla="*/ 0 h 2171648"/>
                      <a:gd name="csX2" fmla="*/ 3031108 w 3036515"/>
                      <a:gd name="csY2" fmla="*/ 1530361 h 2171648"/>
                      <a:gd name="csX3" fmla="*/ 2317238 w 3036515"/>
                      <a:gd name="csY3" fmla="*/ 2160505 h 2171648"/>
                      <a:gd name="csX4" fmla="*/ 0 w 3036515"/>
                      <a:gd name="csY4" fmla="*/ 2171648 h 2171648"/>
                      <a:gd name="csX5" fmla="*/ 0 w 3036515"/>
                      <a:gd name="csY5" fmla="*/ 0 h 2171648"/>
                      <a:gd name="csX0" fmla="*/ 0 w 3036515"/>
                      <a:gd name="csY0" fmla="*/ 0 h 2171648"/>
                      <a:gd name="csX1" fmla="*/ 3036515 w 3036515"/>
                      <a:gd name="csY1" fmla="*/ 0 h 2171648"/>
                      <a:gd name="csX2" fmla="*/ 3031108 w 3036515"/>
                      <a:gd name="csY2" fmla="*/ 1530361 h 2171648"/>
                      <a:gd name="csX3" fmla="*/ 2317238 w 3036515"/>
                      <a:gd name="csY3" fmla="*/ 2160505 h 2171648"/>
                      <a:gd name="csX4" fmla="*/ 0 w 3036515"/>
                      <a:gd name="csY4" fmla="*/ 2171648 h 2171648"/>
                      <a:gd name="csX5" fmla="*/ 0 w 3036515"/>
                      <a:gd name="csY5" fmla="*/ 0 h 2171648"/>
                      <a:gd name="csX0" fmla="*/ 0 w 3071729"/>
                      <a:gd name="csY0" fmla="*/ 0 h 2171648"/>
                      <a:gd name="csX1" fmla="*/ 3036515 w 3071729"/>
                      <a:gd name="csY1" fmla="*/ 0 h 2171648"/>
                      <a:gd name="csX2" fmla="*/ 3031108 w 3071729"/>
                      <a:gd name="csY2" fmla="*/ 1530361 h 2171648"/>
                      <a:gd name="csX3" fmla="*/ 2317238 w 3071729"/>
                      <a:gd name="csY3" fmla="*/ 2160505 h 2171648"/>
                      <a:gd name="csX4" fmla="*/ 0 w 3071729"/>
                      <a:gd name="csY4" fmla="*/ 2171648 h 2171648"/>
                      <a:gd name="csX5" fmla="*/ 0 w 3071729"/>
                      <a:gd name="csY5" fmla="*/ 0 h 2171648"/>
                      <a:gd name="csX0" fmla="*/ 0 w 3039579"/>
                      <a:gd name="csY0" fmla="*/ 0 h 2171648"/>
                      <a:gd name="csX1" fmla="*/ 3036515 w 3039579"/>
                      <a:gd name="csY1" fmla="*/ 0 h 2171648"/>
                      <a:gd name="csX2" fmla="*/ 3031108 w 3039579"/>
                      <a:gd name="csY2" fmla="*/ 1530361 h 2171648"/>
                      <a:gd name="csX3" fmla="*/ 2317238 w 3039579"/>
                      <a:gd name="csY3" fmla="*/ 2160505 h 2171648"/>
                      <a:gd name="csX4" fmla="*/ 0 w 3039579"/>
                      <a:gd name="csY4" fmla="*/ 2171648 h 2171648"/>
                      <a:gd name="csX5" fmla="*/ 0 w 3039579"/>
                      <a:gd name="csY5" fmla="*/ 0 h 2171648"/>
                      <a:gd name="csX0" fmla="*/ 0 w 3038294"/>
                      <a:gd name="csY0" fmla="*/ 0 h 2171648"/>
                      <a:gd name="csX1" fmla="*/ 3036515 w 3038294"/>
                      <a:gd name="csY1" fmla="*/ 0 h 2171648"/>
                      <a:gd name="csX2" fmla="*/ 3031108 w 3038294"/>
                      <a:gd name="csY2" fmla="*/ 1530361 h 2171648"/>
                      <a:gd name="csX3" fmla="*/ 2317238 w 3038294"/>
                      <a:gd name="csY3" fmla="*/ 2160505 h 2171648"/>
                      <a:gd name="csX4" fmla="*/ 0 w 3038294"/>
                      <a:gd name="csY4" fmla="*/ 2171648 h 2171648"/>
                      <a:gd name="csX5" fmla="*/ 0 w 3038294"/>
                      <a:gd name="csY5" fmla="*/ 0 h 2171648"/>
                      <a:gd name="csX0" fmla="*/ 0 w 3090056"/>
                      <a:gd name="csY0" fmla="*/ 0 h 2171648"/>
                      <a:gd name="csX1" fmla="*/ 3036515 w 3090056"/>
                      <a:gd name="csY1" fmla="*/ 0 h 2171648"/>
                      <a:gd name="csX2" fmla="*/ 3031108 w 3090056"/>
                      <a:gd name="csY2" fmla="*/ 1530361 h 2171648"/>
                      <a:gd name="csX3" fmla="*/ 2260088 w 3090056"/>
                      <a:gd name="csY3" fmla="*/ 2158124 h 2171648"/>
                      <a:gd name="csX4" fmla="*/ 0 w 3090056"/>
                      <a:gd name="csY4" fmla="*/ 2171648 h 2171648"/>
                      <a:gd name="csX5" fmla="*/ 0 w 3090056"/>
                      <a:gd name="csY5" fmla="*/ 0 h 2171648"/>
                      <a:gd name="csX0" fmla="*/ 0 w 3036515"/>
                      <a:gd name="csY0" fmla="*/ 0 h 2171648"/>
                      <a:gd name="csX1" fmla="*/ 3036515 w 3036515"/>
                      <a:gd name="csY1" fmla="*/ 0 h 2171648"/>
                      <a:gd name="csX2" fmla="*/ 3031108 w 3036515"/>
                      <a:gd name="csY2" fmla="*/ 1530361 h 2171648"/>
                      <a:gd name="csX3" fmla="*/ 2260088 w 3036515"/>
                      <a:gd name="csY3" fmla="*/ 2158124 h 2171648"/>
                      <a:gd name="csX4" fmla="*/ 0 w 3036515"/>
                      <a:gd name="csY4" fmla="*/ 2171648 h 2171648"/>
                      <a:gd name="csX5" fmla="*/ 0 w 3036515"/>
                      <a:gd name="csY5" fmla="*/ 0 h 2171648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</a:cxnLst>
                    <a:rect l="l" t="t" r="r" b="b"/>
                    <a:pathLst>
                      <a:path w="3036515" h="2171648">
                        <a:moveTo>
                          <a:pt x="0" y="0"/>
                        </a:moveTo>
                        <a:lnTo>
                          <a:pt x="3036515" y="0"/>
                        </a:lnTo>
                        <a:cubicBezTo>
                          <a:pt x="3036515" y="723883"/>
                          <a:pt x="3033512" y="1177024"/>
                          <a:pt x="3031108" y="1530361"/>
                        </a:cubicBezTo>
                        <a:cubicBezTo>
                          <a:pt x="3028704" y="1883698"/>
                          <a:pt x="2766174" y="2158124"/>
                          <a:pt x="2260088" y="2158124"/>
                        </a:cubicBezTo>
                        <a:lnTo>
                          <a:pt x="0" y="217164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>
              <a:solidFill>
                <a:srgbClr val="81875A"/>
              </a:solidFill>
            </a:endParaRPr>
          </a:p>
        </p:txBody>
      </p:sp>
      <p:sp>
        <p:nvSpPr>
          <p:cNvPr id="3" name="직사각형 13">
            <a:extLst>
              <a:ext uri="{FF2B5EF4-FFF2-40B4-BE49-F238E27FC236}">
                <a16:creationId xmlns:a16="http://schemas.microsoft.com/office/drawing/2014/main" id="{2703B6DF-8B0F-8C69-B926-FBCF68EEA28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8379416" y="1594592"/>
            <a:ext cx="3036515" cy="2171648"/>
          </a:xfrm>
          <a:custGeom>
            <a:avLst/>
            <a:gdLst>
              <a:gd name="csX0" fmla="*/ 0 w 3036515"/>
              <a:gd name="csY0" fmla="*/ 0 h 2171648"/>
              <a:gd name="csX1" fmla="*/ 668033 w 3036515"/>
              <a:gd name="csY1" fmla="*/ 0 h 2171648"/>
              <a:gd name="csX2" fmla="*/ 1305701 w 3036515"/>
              <a:gd name="csY2" fmla="*/ 0 h 2171648"/>
              <a:gd name="csX3" fmla="*/ 1852274 w 3036515"/>
              <a:gd name="csY3" fmla="*/ 0 h 2171648"/>
              <a:gd name="csX4" fmla="*/ 2489942 w 3036515"/>
              <a:gd name="csY4" fmla="*/ 0 h 2171648"/>
              <a:gd name="csX5" fmla="*/ 3036515 w 3036515"/>
              <a:gd name="csY5" fmla="*/ 0 h 2171648"/>
              <a:gd name="csX6" fmla="*/ 3031108 w 3036515"/>
              <a:gd name="csY6" fmla="*/ 1530361 h 2171648"/>
              <a:gd name="csX7" fmla="*/ 2256913 w 3036515"/>
              <a:gd name="csY7" fmla="*/ 2167649 h 2171648"/>
              <a:gd name="csX8" fmla="*/ 1715254 w 3036515"/>
              <a:gd name="csY8" fmla="*/ 2168609 h 2171648"/>
              <a:gd name="csX9" fmla="*/ 1151026 w 3036515"/>
              <a:gd name="csY9" fmla="*/ 2169609 h 2171648"/>
              <a:gd name="csX10" fmla="*/ 564228 w 3036515"/>
              <a:gd name="csY10" fmla="*/ 2170648 h 2171648"/>
              <a:gd name="csX11" fmla="*/ 0 w 3036515"/>
              <a:gd name="csY11" fmla="*/ 2171648 h 2171648"/>
              <a:gd name="csX12" fmla="*/ 0 w 3036515"/>
              <a:gd name="csY12" fmla="*/ 1672169 h 2171648"/>
              <a:gd name="csX13" fmla="*/ 0 w 3036515"/>
              <a:gd name="csY13" fmla="*/ 1085824 h 2171648"/>
              <a:gd name="csX14" fmla="*/ 0 w 3036515"/>
              <a:gd name="csY14" fmla="*/ 608061 h 2171648"/>
              <a:gd name="csX15" fmla="*/ 0 w 3036515"/>
              <a:gd name="csY15" fmla="*/ 0 h 217164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3036515" h="2171648" fill="none" extrusionOk="0">
                <a:moveTo>
                  <a:pt x="0" y="0"/>
                </a:moveTo>
                <a:cubicBezTo>
                  <a:pt x="232926" y="15796"/>
                  <a:pt x="496344" y="-6764"/>
                  <a:pt x="668033" y="0"/>
                </a:cubicBezTo>
                <a:cubicBezTo>
                  <a:pt x="839722" y="6764"/>
                  <a:pt x="1073364" y="-18933"/>
                  <a:pt x="1305701" y="0"/>
                </a:cubicBezTo>
                <a:cubicBezTo>
                  <a:pt x="1538038" y="18933"/>
                  <a:pt x="1650154" y="7883"/>
                  <a:pt x="1852274" y="0"/>
                </a:cubicBezTo>
                <a:cubicBezTo>
                  <a:pt x="2054394" y="-7883"/>
                  <a:pt x="2286563" y="-31647"/>
                  <a:pt x="2489942" y="0"/>
                </a:cubicBezTo>
                <a:cubicBezTo>
                  <a:pt x="2693321" y="31647"/>
                  <a:pt x="2904404" y="7974"/>
                  <a:pt x="3036515" y="0"/>
                </a:cubicBezTo>
                <a:cubicBezTo>
                  <a:pt x="2989095" y="677249"/>
                  <a:pt x="2996097" y="1057881"/>
                  <a:pt x="3031108" y="1530361"/>
                </a:cubicBezTo>
                <a:cubicBezTo>
                  <a:pt x="3053705" y="1982678"/>
                  <a:pt x="2682985" y="2178883"/>
                  <a:pt x="2256913" y="2167649"/>
                </a:cubicBezTo>
                <a:cubicBezTo>
                  <a:pt x="2102167" y="2159010"/>
                  <a:pt x="1975255" y="2176884"/>
                  <a:pt x="1715254" y="2168609"/>
                </a:cubicBezTo>
                <a:cubicBezTo>
                  <a:pt x="1455253" y="2160334"/>
                  <a:pt x="1335001" y="2156178"/>
                  <a:pt x="1151026" y="2169609"/>
                </a:cubicBezTo>
                <a:cubicBezTo>
                  <a:pt x="967051" y="2183039"/>
                  <a:pt x="759040" y="2186246"/>
                  <a:pt x="564228" y="2170648"/>
                </a:cubicBezTo>
                <a:cubicBezTo>
                  <a:pt x="369416" y="2155051"/>
                  <a:pt x="258750" y="2181508"/>
                  <a:pt x="0" y="2171648"/>
                </a:cubicBezTo>
                <a:cubicBezTo>
                  <a:pt x="-20380" y="2028391"/>
                  <a:pt x="10971" y="1884715"/>
                  <a:pt x="0" y="1672169"/>
                </a:cubicBezTo>
                <a:cubicBezTo>
                  <a:pt x="-10971" y="1459623"/>
                  <a:pt x="-10081" y="1236349"/>
                  <a:pt x="0" y="1085824"/>
                </a:cubicBezTo>
                <a:cubicBezTo>
                  <a:pt x="10081" y="935299"/>
                  <a:pt x="-6946" y="765295"/>
                  <a:pt x="0" y="608061"/>
                </a:cubicBezTo>
                <a:cubicBezTo>
                  <a:pt x="6946" y="450827"/>
                  <a:pt x="-22594" y="268429"/>
                  <a:pt x="0" y="0"/>
                </a:cubicBezTo>
                <a:close/>
              </a:path>
              <a:path w="3036515" h="2171648" stroke="0" extrusionOk="0">
                <a:moveTo>
                  <a:pt x="0" y="0"/>
                </a:moveTo>
                <a:cubicBezTo>
                  <a:pt x="302694" y="904"/>
                  <a:pt x="459219" y="-25782"/>
                  <a:pt x="637668" y="0"/>
                </a:cubicBezTo>
                <a:cubicBezTo>
                  <a:pt x="816117" y="25782"/>
                  <a:pt x="992312" y="-28068"/>
                  <a:pt x="1214606" y="0"/>
                </a:cubicBezTo>
                <a:cubicBezTo>
                  <a:pt x="1436900" y="28068"/>
                  <a:pt x="1498502" y="4934"/>
                  <a:pt x="1761179" y="0"/>
                </a:cubicBezTo>
                <a:cubicBezTo>
                  <a:pt x="2023856" y="-4934"/>
                  <a:pt x="2219751" y="-10570"/>
                  <a:pt x="2398847" y="0"/>
                </a:cubicBezTo>
                <a:cubicBezTo>
                  <a:pt x="2577943" y="10570"/>
                  <a:pt x="2758227" y="10760"/>
                  <a:pt x="3036515" y="0"/>
                </a:cubicBezTo>
                <a:cubicBezTo>
                  <a:pt x="3021663" y="785313"/>
                  <a:pt x="3004672" y="1086981"/>
                  <a:pt x="3031108" y="1530361"/>
                </a:cubicBezTo>
                <a:cubicBezTo>
                  <a:pt x="3060475" y="1917989"/>
                  <a:pt x="2728969" y="2163860"/>
                  <a:pt x="2256913" y="2167649"/>
                </a:cubicBezTo>
                <a:cubicBezTo>
                  <a:pt x="2095571" y="2147489"/>
                  <a:pt x="1899716" y="2146096"/>
                  <a:pt x="1692685" y="2168649"/>
                </a:cubicBezTo>
                <a:cubicBezTo>
                  <a:pt x="1485654" y="2191201"/>
                  <a:pt x="1225086" y="2141343"/>
                  <a:pt x="1083318" y="2169728"/>
                </a:cubicBezTo>
                <a:cubicBezTo>
                  <a:pt x="941550" y="2198113"/>
                  <a:pt x="783018" y="2158613"/>
                  <a:pt x="586797" y="2170608"/>
                </a:cubicBezTo>
                <a:cubicBezTo>
                  <a:pt x="390576" y="2182603"/>
                  <a:pt x="162129" y="2174646"/>
                  <a:pt x="0" y="2171648"/>
                </a:cubicBezTo>
                <a:cubicBezTo>
                  <a:pt x="11397" y="2016968"/>
                  <a:pt x="-571" y="1877778"/>
                  <a:pt x="0" y="1693885"/>
                </a:cubicBezTo>
                <a:cubicBezTo>
                  <a:pt x="571" y="1509992"/>
                  <a:pt x="-8639" y="1431585"/>
                  <a:pt x="0" y="1194406"/>
                </a:cubicBezTo>
                <a:cubicBezTo>
                  <a:pt x="8639" y="957227"/>
                  <a:pt x="25775" y="907666"/>
                  <a:pt x="0" y="629778"/>
                </a:cubicBezTo>
                <a:cubicBezTo>
                  <a:pt x="-25775" y="351890"/>
                  <a:pt x="-18848" y="228092"/>
                  <a:pt x="0" y="0"/>
                </a:cubicBezTo>
                <a:close/>
              </a:path>
            </a:pathLst>
          </a:custGeom>
          <a:solidFill>
            <a:srgbClr val="EDEEE6"/>
          </a:solidFill>
          <a:ln w="57150">
            <a:solidFill>
              <a:srgbClr val="81875A"/>
            </a:solidFill>
            <a:extLst>
              <a:ext uri="{C807C97D-BFC1-408E-A445-0C87EB9F89A2}">
                <ask:lineSketchStyleProps xmlns:ask="http://schemas.microsoft.com/office/drawing/2018/sketchyshapes" sd="3658639838">
                  <a:custGeom>
                    <a:avLst/>
                    <a:gdLst>
                      <a:gd name="csX0" fmla="*/ 0 w 3036515"/>
                      <a:gd name="csY0" fmla="*/ 0 h 2171648"/>
                      <a:gd name="csX1" fmla="*/ 3036515 w 3036515"/>
                      <a:gd name="csY1" fmla="*/ 0 h 2171648"/>
                      <a:gd name="csX2" fmla="*/ 3036515 w 3036515"/>
                      <a:gd name="csY2" fmla="*/ 2171648 h 2171648"/>
                      <a:gd name="csX3" fmla="*/ 0 w 3036515"/>
                      <a:gd name="csY3" fmla="*/ 2171648 h 2171648"/>
                      <a:gd name="csX4" fmla="*/ 0 w 3036515"/>
                      <a:gd name="csY4" fmla="*/ 0 h 2171648"/>
                      <a:gd name="csX0" fmla="*/ 0 w 3036515"/>
                      <a:gd name="csY0" fmla="*/ 0 h 2171648"/>
                      <a:gd name="csX1" fmla="*/ 3036515 w 3036515"/>
                      <a:gd name="csY1" fmla="*/ 0 h 2171648"/>
                      <a:gd name="csX2" fmla="*/ 3036515 w 3036515"/>
                      <a:gd name="csY2" fmla="*/ 2171648 h 2171648"/>
                      <a:gd name="csX3" fmla="*/ 0 w 3036515"/>
                      <a:gd name="csY3" fmla="*/ 2171648 h 2171648"/>
                      <a:gd name="csX4" fmla="*/ 0 w 3036515"/>
                      <a:gd name="csY4" fmla="*/ 0 h 2171648"/>
                      <a:gd name="csX0" fmla="*/ 0 w 3036515"/>
                      <a:gd name="csY0" fmla="*/ 0 h 2171648"/>
                      <a:gd name="csX1" fmla="*/ 3036515 w 3036515"/>
                      <a:gd name="csY1" fmla="*/ 0 h 2171648"/>
                      <a:gd name="csX2" fmla="*/ 3036515 w 3036515"/>
                      <a:gd name="csY2" fmla="*/ 2171648 h 2171648"/>
                      <a:gd name="csX3" fmla="*/ 0 w 3036515"/>
                      <a:gd name="csY3" fmla="*/ 2171648 h 2171648"/>
                      <a:gd name="csX4" fmla="*/ 0 w 3036515"/>
                      <a:gd name="csY4" fmla="*/ 0 h 2171648"/>
                      <a:gd name="csX0" fmla="*/ 0 w 3036515"/>
                      <a:gd name="csY0" fmla="*/ 0 h 2328846"/>
                      <a:gd name="csX1" fmla="*/ 3036515 w 3036515"/>
                      <a:gd name="csY1" fmla="*/ 0 h 2328846"/>
                      <a:gd name="csX2" fmla="*/ 3036515 w 3036515"/>
                      <a:gd name="csY2" fmla="*/ 2171648 h 2328846"/>
                      <a:gd name="csX3" fmla="*/ 2317238 w 3036515"/>
                      <a:gd name="csY3" fmla="*/ 2160505 h 2328846"/>
                      <a:gd name="csX4" fmla="*/ 0 w 3036515"/>
                      <a:gd name="csY4" fmla="*/ 2171648 h 2328846"/>
                      <a:gd name="csX5" fmla="*/ 0 w 3036515"/>
                      <a:gd name="csY5" fmla="*/ 0 h 2328846"/>
                      <a:gd name="csX0" fmla="*/ 0 w 3036515"/>
                      <a:gd name="csY0" fmla="*/ 0 h 2328846"/>
                      <a:gd name="csX1" fmla="*/ 3036515 w 3036515"/>
                      <a:gd name="csY1" fmla="*/ 0 h 2328846"/>
                      <a:gd name="csX2" fmla="*/ 3036515 w 3036515"/>
                      <a:gd name="csY2" fmla="*/ 2171648 h 2328846"/>
                      <a:gd name="csX3" fmla="*/ 2317238 w 3036515"/>
                      <a:gd name="csY3" fmla="*/ 2160505 h 2328846"/>
                      <a:gd name="csX4" fmla="*/ 0 w 3036515"/>
                      <a:gd name="csY4" fmla="*/ 2171648 h 2328846"/>
                      <a:gd name="csX5" fmla="*/ 0 w 3036515"/>
                      <a:gd name="csY5" fmla="*/ 0 h 2328846"/>
                      <a:gd name="csX0" fmla="*/ 0 w 3036515"/>
                      <a:gd name="csY0" fmla="*/ 0 h 2171648"/>
                      <a:gd name="csX1" fmla="*/ 3036515 w 3036515"/>
                      <a:gd name="csY1" fmla="*/ 0 h 2171648"/>
                      <a:gd name="csX2" fmla="*/ 3018408 w 3036515"/>
                      <a:gd name="csY2" fmla="*/ 1682761 h 2171648"/>
                      <a:gd name="csX3" fmla="*/ 2317238 w 3036515"/>
                      <a:gd name="csY3" fmla="*/ 2160505 h 2171648"/>
                      <a:gd name="csX4" fmla="*/ 0 w 3036515"/>
                      <a:gd name="csY4" fmla="*/ 2171648 h 2171648"/>
                      <a:gd name="csX5" fmla="*/ 0 w 3036515"/>
                      <a:gd name="csY5" fmla="*/ 0 h 2171648"/>
                      <a:gd name="csX0" fmla="*/ 0 w 3043808"/>
                      <a:gd name="csY0" fmla="*/ 0 h 2171648"/>
                      <a:gd name="csX1" fmla="*/ 3036515 w 3043808"/>
                      <a:gd name="csY1" fmla="*/ 0 h 2171648"/>
                      <a:gd name="csX2" fmla="*/ 3043808 w 3043808"/>
                      <a:gd name="csY2" fmla="*/ 1682761 h 2171648"/>
                      <a:gd name="csX3" fmla="*/ 2317238 w 3043808"/>
                      <a:gd name="csY3" fmla="*/ 2160505 h 2171648"/>
                      <a:gd name="csX4" fmla="*/ 0 w 3043808"/>
                      <a:gd name="csY4" fmla="*/ 2171648 h 2171648"/>
                      <a:gd name="csX5" fmla="*/ 0 w 3043808"/>
                      <a:gd name="csY5" fmla="*/ 0 h 2171648"/>
                      <a:gd name="csX0" fmla="*/ 0 w 3043883"/>
                      <a:gd name="csY0" fmla="*/ 0 h 2171648"/>
                      <a:gd name="csX1" fmla="*/ 3036515 w 3043883"/>
                      <a:gd name="csY1" fmla="*/ 0 h 2171648"/>
                      <a:gd name="csX2" fmla="*/ 3043808 w 3043883"/>
                      <a:gd name="csY2" fmla="*/ 1682761 h 2171648"/>
                      <a:gd name="csX3" fmla="*/ 2317238 w 3043883"/>
                      <a:gd name="csY3" fmla="*/ 2160505 h 2171648"/>
                      <a:gd name="csX4" fmla="*/ 0 w 3043883"/>
                      <a:gd name="csY4" fmla="*/ 2171648 h 2171648"/>
                      <a:gd name="csX5" fmla="*/ 0 w 3043883"/>
                      <a:gd name="csY5" fmla="*/ 0 h 2171648"/>
                      <a:gd name="csX0" fmla="*/ 0 w 3036515"/>
                      <a:gd name="csY0" fmla="*/ 0 h 2171648"/>
                      <a:gd name="csX1" fmla="*/ 3036515 w 3036515"/>
                      <a:gd name="csY1" fmla="*/ 0 h 2171648"/>
                      <a:gd name="csX2" fmla="*/ 3031108 w 3036515"/>
                      <a:gd name="csY2" fmla="*/ 1530361 h 2171648"/>
                      <a:gd name="csX3" fmla="*/ 2317238 w 3036515"/>
                      <a:gd name="csY3" fmla="*/ 2160505 h 2171648"/>
                      <a:gd name="csX4" fmla="*/ 0 w 3036515"/>
                      <a:gd name="csY4" fmla="*/ 2171648 h 2171648"/>
                      <a:gd name="csX5" fmla="*/ 0 w 3036515"/>
                      <a:gd name="csY5" fmla="*/ 0 h 2171648"/>
                      <a:gd name="csX0" fmla="*/ 0 w 3036515"/>
                      <a:gd name="csY0" fmla="*/ 0 h 2171648"/>
                      <a:gd name="csX1" fmla="*/ 3036515 w 3036515"/>
                      <a:gd name="csY1" fmla="*/ 0 h 2171648"/>
                      <a:gd name="csX2" fmla="*/ 3031108 w 3036515"/>
                      <a:gd name="csY2" fmla="*/ 1530361 h 2171648"/>
                      <a:gd name="csX3" fmla="*/ 2317238 w 3036515"/>
                      <a:gd name="csY3" fmla="*/ 2160505 h 2171648"/>
                      <a:gd name="csX4" fmla="*/ 0 w 3036515"/>
                      <a:gd name="csY4" fmla="*/ 2171648 h 2171648"/>
                      <a:gd name="csX5" fmla="*/ 0 w 3036515"/>
                      <a:gd name="csY5" fmla="*/ 0 h 2171648"/>
                      <a:gd name="csX0" fmla="*/ 0 w 3071729"/>
                      <a:gd name="csY0" fmla="*/ 0 h 2171648"/>
                      <a:gd name="csX1" fmla="*/ 3036515 w 3071729"/>
                      <a:gd name="csY1" fmla="*/ 0 h 2171648"/>
                      <a:gd name="csX2" fmla="*/ 3031108 w 3071729"/>
                      <a:gd name="csY2" fmla="*/ 1530361 h 2171648"/>
                      <a:gd name="csX3" fmla="*/ 2317238 w 3071729"/>
                      <a:gd name="csY3" fmla="*/ 2160505 h 2171648"/>
                      <a:gd name="csX4" fmla="*/ 0 w 3071729"/>
                      <a:gd name="csY4" fmla="*/ 2171648 h 2171648"/>
                      <a:gd name="csX5" fmla="*/ 0 w 3071729"/>
                      <a:gd name="csY5" fmla="*/ 0 h 2171648"/>
                      <a:gd name="csX0" fmla="*/ 0 w 3039579"/>
                      <a:gd name="csY0" fmla="*/ 0 h 2171648"/>
                      <a:gd name="csX1" fmla="*/ 3036515 w 3039579"/>
                      <a:gd name="csY1" fmla="*/ 0 h 2171648"/>
                      <a:gd name="csX2" fmla="*/ 3031108 w 3039579"/>
                      <a:gd name="csY2" fmla="*/ 1530361 h 2171648"/>
                      <a:gd name="csX3" fmla="*/ 2317238 w 3039579"/>
                      <a:gd name="csY3" fmla="*/ 2160505 h 2171648"/>
                      <a:gd name="csX4" fmla="*/ 0 w 3039579"/>
                      <a:gd name="csY4" fmla="*/ 2171648 h 2171648"/>
                      <a:gd name="csX5" fmla="*/ 0 w 3039579"/>
                      <a:gd name="csY5" fmla="*/ 0 h 2171648"/>
                      <a:gd name="csX0" fmla="*/ 0 w 3038294"/>
                      <a:gd name="csY0" fmla="*/ 0 h 2171648"/>
                      <a:gd name="csX1" fmla="*/ 3036515 w 3038294"/>
                      <a:gd name="csY1" fmla="*/ 0 h 2171648"/>
                      <a:gd name="csX2" fmla="*/ 3031108 w 3038294"/>
                      <a:gd name="csY2" fmla="*/ 1530361 h 2171648"/>
                      <a:gd name="csX3" fmla="*/ 2317238 w 3038294"/>
                      <a:gd name="csY3" fmla="*/ 2160505 h 2171648"/>
                      <a:gd name="csX4" fmla="*/ 0 w 3038294"/>
                      <a:gd name="csY4" fmla="*/ 2171648 h 2171648"/>
                      <a:gd name="csX5" fmla="*/ 0 w 3038294"/>
                      <a:gd name="csY5" fmla="*/ 0 h 2171648"/>
                      <a:gd name="csX0" fmla="*/ 0 w 3090056"/>
                      <a:gd name="csY0" fmla="*/ 0 h 2171648"/>
                      <a:gd name="csX1" fmla="*/ 3036515 w 3090056"/>
                      <a:gd name="csY1" fmla="*/ 0 h 2171648"/>
                      <a:gd name="csX2" fmla="*/ 3031108 w 3090056"/>
                      <a:gd name="csY2" fmla="*/ 1530361 h 2171648"/>
                      <a:gd name="csX3" fmla="*/ 2260088 w 3090056"/>
                      <a:gd name="csY3" fmla="*/ 2158124 h 2171648"/>
                      <a:gd name="csX4" fmla="*/ 0 w 3090056"/>
                      <a:gd name="csY4" fmla="*/ 2171648 h 2171648"/>
                      <a:gd name="csX5" fmla="*/ 0 w 3090056"/>
                      <a:gd name="csY5" fmla="*/ 0 h 2171648"/>
                      <a:gd name="csX0" fmla="*/ 0 w 3036515"/>
                      <a:gd name="csY0" fmla="*/ 0 h 2171648"/>
                      <a:gd name="csX1" fmla="*/ 3036515 w 3036515"/>
                      <a:gd name="csY1" fmla="*/ 0 h 2171648"/>
                      <a:gd name="csX2" fmla="*/ 3031108 w 3036515"/>
                      <a:gd name="csY2" fmla="*/ 1530361 h 2171648"/>
                      <a:gd name="csX3" fmla="*/ 2260088 w 3036515"/>
                      <a:gd name="csY3" fmla="*/ 2158124 h 2171648"/>
                      <a:gd name="csX4" fmla="*/ 0 w 3036515"/>
                      <a:gd name="csY4" fmla="*/ 2171648 h 2171648"/>
                      <a:gd name="csX5" fmla="*/ 0 w 3036515"/>
                      <a:gd name="csY5" fmla="*/ 0 h 2171648"/>
                      <a:gd name="csX0" fmla="*/ 0 w 3090292"/>
                      <a:gd name="csY0" fmla="*/ 0 h 2171648"/>
                      <a:gd name="csX1" fmla="*/ 3036515 w 3090292"/>
                      <a:gd name="csY1" fmla="*/ 0 h 2171648"/>
                      <a:gd name="csX2" fmla="*/ 3031108 w 3090292"/>
                      <a:gd name="csY2" fmla="*/ 1530361 h 2171648"/>
                      <a:gd name="csX3" fmla="*/ 2256913 w 3090292"/>
                      <a:gd name="csY3" fmla="*/ 2167649 h 2171648"/>
                      <a:gd name="csX4" fmla="*/ 0 w 3090292"/>
                      <a:gd name="csY4" fmla="*/ 2171648 h 2171648"/>
                      <a:gd name="csX5" fmla="*/ 0 w 3090292"/>
                      <a:gd name="csY5" fmla="*/ 0 h 2171648"/>
                      <a:gd name="csX0" fmla="*/ 0 w 3036515"/>
                      <a:gd name="csY0" fmla="*/ 0 h 2171648"/>
                      <a:gd name="csX1" fmla="*/ 3036515 w 3036515"/>
                      <a:gd name="csY1" fmla="*/ 0 h 2171648"/>
                      <a:gd name="csX2" fmla="*/ 3031108 w 3036515"/>
                      <a:gd name="csY2" fmla="*/ 1530361 h 2171648"/>
                      <a:gd name="csX3" fmla="*/ 2256913 w 3036515"/>
                      <a:gd name="csY3" fmla="*/ 2167649 h 2171648"/>
                      <a:gd name="csX4" fmla="*/ 0 w 3036515"/>
                      <a:gd name="csY4" fmla="*/ 2171648 h 2171648"/>
                      <a:gd name="csX5" fmla="*/ 0 w 3036515"/>
                      <a:gd name="csY5" fmla="*/ 0 h 2171648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</a:cxnLst>
                    <a:rect l="l" t="t" r="r" b="b"/>
                    <a:pathLst>
                      <a:path w="3036515" h="2171648">
                        <a:moveTo>
                          <a:pt x="0" y="0"/>
                        </a:moveTo>
                        <a:lnTo>
                          <a:pt x="3036515" y="0"/>
                        </a:lnTo>
                        <a:cubicBezTo>
                          <a:pt x="3036515" y="723883"/>
                          <a:pt x="3034042" y="1111936"/>
                          <a:pt x="3031108" y="1530361"/>
                        </a:cubicBezTo>
                        <a:cubicBezTo>
                          <a:pt x="3028174" y="1948786"/>
                          <a:pt x="2762999" y="2167649"/>
                          <a:pt x="2256913" y="2167649"/>
                        </a:cubicBezTo>
                        <a:lnTo>
                          <a:pt x="0" y="217164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>
              <a:solidFill>
                <a:srgbClr val="81875A"/>
              </a:solidFill>
            </a:endParaRPr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CD9C6BF2-6A08-D362-C6B3-223B44BEDA15}"/>
              </a:ext>
            </a:extLst>
          </p:cNvPr>
          <p:cNvGrpSpPr/>
          <p:nvPr/>
        </p:nvGrpSpPr>
        <p:grpSpPr>
          <a:xfrm>
            <a:off x="991134" y="2821267"/>
            <a:ext cx="1139321" cy="1431138"/>
            <a:chOff x="-1419869" y="702715"/>
            <a:chExt cx="1139321" cy="1431138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50A9A4D2-369D-29B7-D570-41585A79A03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419869" y="702715"/>
              <a:ext cx="1139321" cy="1013818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F90CBD1-5510-EB4F-843B-4E8B251E3389}"/>
                </a:ext>
              </a:extLst>
            </p:cNvPr>
            <p:cNvSpPr txBox="1"/>
            <p:nvPr/>
          </p:nvSpPr>
          <p:spPr>
            <a:xfrm>
              <a:off x="-1266668" y="1764521"/>
              <a:ext cx="8329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>
                  <a:solidFill>
                    <a:srgbClr val="81875A"/>
                  </a:solidFill>
                </a:rPr>
                <a:t>React</a:t>
              </a:r>
              <a:endParaRPr lang="ko-KR" altLang="en-US" dirty="0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3A557A61-5F59-5519-10CA-9CE8665DF84F}"/>
              </a:ext>
            </a:extLst>
          </p:cNvPr>
          <p:cNvSpPr txBox="1"/>
          <p:nvPr/>
        </p:nvSpPr>
        <p:spPr>
          <a:xfrm>
            <a:off x="1813305" y="1967816"/>
            <a:ext cx="1304896" cy="400110"/>
          </a:xfrm>
          <a:prstGeom prst="rect">
            <a:avLst/>
          </a:prstGeom>
          <a:solidFill>
            <a:srgbClr val="81875A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solidFill>
                  <a:srgbClr val="EDEEE6"/>
                </a:solidFill>
              </a:rPr>
              <a:t>Frontend</a:t>
            </a:r>
            <a:endParaRPr lang="ko-KR" altLang="en-US" sz="2000" dirty="0">
              <a:solidFill>
                <a:srgbClr val="EDEEE6"/>
              </a:solidFill>
            </a:endParaRPr>
          </a:p>
        </p:txBody>
      </p: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1CEF10F8-4CFC-8787-B051-C69D21BC5AA6}"/>
              </a:ext>
            </a:extLst>
          </p:cNvPr>
          <p:cNvGrpSpPr/>
          <p:nvPr/>
        </p:nvGrpSpPr>
        <p:grpSpPr>
          <a:xfrm>
            <a:off x="2643917" y="2787339"/>
            <a:ext cx="1326333" cy="1465066"/>
            <a:chOff x="-1340406" y="2782039"/>
            <a:chExt cx="1326333" cy="1465066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64F12D97-E684-7710-E1B5-BBF50D85F3B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174501" y="2782039"/>
              <a:ext cx="984201" cy="984201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7FDA208-1BA4-79FF-3747-3DBC55A3A14F}"/>
                </a:ext>
              </a:extLst>
            </p:cNvPr>
            <p:cNvSpPr txBox="1"/>
            <p:nvPr/>
          </p:nvSpPr>
          <p:spPr>
            <a:xfrm>
              <a:off x="-1340406" y="3877773"/>
              <a:ext cx="13263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>
                  <a:solidFill>
                    <a:srgbClr val="81875A"/>
                  </a:solidFill>
                </a:rPr>
                <a:t>TypeScript</a:t>
              </a:r>
              <a:endParaRPr lang="ko-KR" altLang="en-US" dirty="0"/>
            </a:p>
          </p:txBody>
        </p:sp>
      </p:grp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FB5892F7-4C8F-6684-1595-9FEE4FEA94E4}"/>
              </a:ext>
            </a:extLst>
          </p:cNvPr>
          <p:cNvGrpSpPr/>
          <p:nvPr/>
        </p:nvGrpSpPr>
        <p:grpSpPr>
          <a:xfrm>
            <a:off x="1618933" y="4712185"/>
            <a:ext cx="1642553" cy="1359698"/>
            <a:chOff x="1031593" y="3163910"/>
            <a:chExt cx="1642553" cy="1359698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B16D37B9-7B78-C6EF-6D5E-80027545A9F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33191" y="3163910"/>
              <a:ext cx="1439359" cy="880108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972E955-B145-0E36-C964-6CF09E84F33D}"/>
                </a:ext>
              </a:extLst>
            </p:cNvPr>
            <p:cNvSpPr txBox="1"/>
            <p:nvPr/>
          </p:nvSpPr>
          <p:spPr>
            <a:xfrm>
              <a:off x="1031593" y="4154276"/>
              <a:ext cx="164255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>
                  <a:solidFill>
                    <a:srgbClr val="81875A"/>
                  </a:solidFill>
                </a:rPr>
                <a:t>Tailwind CSS</a:t>
              </a: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AD5B4CF9-A4D8-28BF-5380-C2833DFD0AE4}"/>
              </a:ext>
            </a:extLst>
          </p:cNvPr>
          <p:cNvSpPr txBox="1"/>
          <p:nvPr/>
        </p:nvSpPr>
        <p:spPr>
          <a:xfrm>
            <a:off x="6396043" y="1798229"/>
            <a:ext cx="1304896" cy="400110"/>
          </a:xfrm>
          <a:prstGeom prst="rect">
            <a:avLst/>
          </a:prstGeom>
          <a:solidFill>
            <a:srgbClr val="81875A"/>
          </a:solidFill>
        </p:spPr>
        <p:txBody>
          <a:bodyPr wrap="square" rtlCol="0">
            <a:spAutoFit/>
          </a:bodyPr>
          <a:lstStyle/>
          <a:p>
            <a:pPr algn="ctr"/>
            <a:r>
              <a:rPr lang="sv-SE" altLang="ko-KR" sz="2000" dirty="0">
                <a:solidFill>
                  <a:srgbClr val="EDEEE6"/>
                </a:solidFill>
              </a:rPr>
              <a:t>Backend</a:t>
            </a:r>
            <a:endParaRPr lang="ko-KR" altLang="en-US" sz="2000" dirty="0">
              <a:solidFill>
                <a:srgbClr val="EDEEE6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E5552F7-7B4F-9295-FA2F-777B1F1048C8}"/>
              </a:ext>
            </a:extLst>
          </p:cNvPr>
          <p:cNvSpPr txBox="1"/>
          <p:nvPr/>
        </p:nvSpPr>
        <p:spPr>
          <a:xfrm>
            <a:off x="6874310" y="4494688"/>
            <a:ext cx="912925" cy="400110"/>
          </a:xfrm>
          <a:prstGeom prst="rect">
            <a:avLst/>
          </a:prstGeom>
          <a:solidFill>
            <a:srgbClr val="81875A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solidFill>
                  <a:srgbClr val="EDEEE6"/>
                </a:solidFill>
              </a:rPr>
              <a:t>Tools</a:t>
            </a:r>
            <a:endParaRPr lang="ko-KR" altLang="en-US" sz="2000" dirty="0">
              <a:solidFill>
                <a:srgbClr val="EDEEE6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F8398FF-1D6D-0B99-2950-1D03FB4F9FC9}"/>
              </a:ext>
            </a:extLst>
          </p:cNvPr>
          <p:cNvSpPr txBox="1"/>
          <p:nvPr/>
        </p:nvSpPr>
        <p:spPr>
          <a:xfrm>
            <a:off x="9480930" y="4449315"/>
            <a:ext cx="778581" cy="400110"/>
          </a:xfrm>
          <a:prstGeom prst="rect">
            <a:avLst/>
          </a:prstGeom>
          <a:solidFill>
            <a:srgbClr val="81875A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solidFill>
                  <a:srgbClr val="EDEEE6"/>
                </a:solidFill>
              </a:rPr>
              <a:t>API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1AED2AF-F7A3-3321-A4E6-698D2D9D956C}"/>
              </a:ext>
            </a:extLst>
          </p:cNvPr>
          <p:cNvSpPr txBox="1"/>
          <p:nvPr/>
        </p:nvSpPr>
        <p:spPr>
          <a:xfrm>
            <a:off x="9328918" y="1807233"/>
            <a:ext cx="1304896" cy="400110"/>
          </a:xfrm>
          <a:prstGeom prst="rect">
            <a:avLst/>
          </a:prstGeom>
          <a:solidFill>
            <a:srgbClr val="81875A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solidFill>
                  <a:srgbClr val="EDEEE6"/>
                </a:solidFill>
              </a:rPr>
              <a:t>Database</a:t>
            </a:r>
          </a:p>
        </p:txBody>
      </p:sp>
      <p:grpSp>
        <p:nvGrpSpPr>
          <p:cNvPr id="70" name="그룹 69">
            <a:extLst>
              <a:ext uri="{FF2B5EF4-FFF2-40B4-BE49-F238E27FC236}">
                <a16:creationId xmlns:a16="http://schemas.microsoft.com/office/drawing/2014/main" id="{838D1F60-044C-EED9-D01B-CCBB70708B4C}"/>
              </a:ext>
            </a:extLst>
          </p:cNvPr>
          <p:cNvGrpSpPr/>
          <p:nvPr/>
        </p:nvGrpSpPr>
        <p:grpSpPr>
          <a:xfrm>
            <a:off x="7042437" y="2344924"/>
            <a:ext cx="897809" cy="1005952"/>
            <a:chOff x="-1850515" y="640946"/>
            <a:chExt cx="1060503" cy="1188243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DE57CD6D-882C-673F-CF16-08C44C9161BD}"/>
                </a:ext>
              </a:extLst>
            </p:cNvPr>
            <p:cNvSpPr txBox="1"/>
            <p:nvPr/>
          </p:nvSpPr>
          <p:spPr>
            <a:xfrm>
              <a:off x="-1721468" y="1459857"/>
              <a:ext cx="8212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sv-SE" altLang="ko-KR" dirty="0">
                  <a:solidFill>
                    <a:srgbClr val="81875A"/>
                  </a:solidFill>
                </a:rPr>
                <a:t>JPA</a:t>
              </a:r>
              <a:endParaRPr lang="en-US" altLang="ko-KR" dirty="0">
                <a:solidFill>
                  <a:srgbClr val="81875A"/>
                </a:solidFill>
              </a:endParaRPr>
            </a:p>
          </p:txBody>
        </p:sp>
        <p:pic>
          <p:nvPicPr>
            <p:cNvPr id="62" name="그림 61">
              <a:extLst>
                <a:ext uri="{FF2B5EF4-FFF2-40B4-BE49-F238E27FC236}">
                  <a16:creationId xmlns:a16="http://schemas.microsoft.com/office/drawing/2014/main" id="{10CCDC13-1809-8529-D309-FE2B519139E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850515" y="640946"/>
              <a:ext cx="1060503" cy="1060503"/>
            </a:xfrm>
            <a:prstGeom prst="rect">
              <a:avLst/>
            </a:prstGeom>
          </p:spPr>
        </p:pic>
      </p:grp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D1AFF3A6-B418-A5D4-254D-2F3C83A35760}"/>
              </a:ext>
            </a:extLst>
          </p:cNvPr>
          <p:cNvGrpSpPr/>
          <p:nvPr/>
        </p:nvGrpSpPr>
        <p:grpSpPr>
          <a:xfrm>
            <a:off x="4645099" y="2740431"/>
            <a:ext cx="1294325" cy="908670"/>
            <a:chOff x="-4734954" y="4354155"/>
            <a:chExt cx="1528873" cy="1073332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96868A4-1203-12F7-DF68-FCD75A27E87D}"/>
                </a:ext>
              </a:extLst>
            </p:cNvPr>
            <p:cNvSpPr txBox="1"/>
            <p:nvPr/>
          </p:nvSpPr>
          <p:spPr>
            <a:xfrm>
              <a:off x="-4734954" y="5027583"/>
              <a:ext cx="1528873" cy="3999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sv-SE" altLang="ko-KR" sz="1600" dirty="0">
                  <a:solidFill>
                    <a:srgbClr val="81875A"/>
                  </a:solidFill>
                </a:rPr>
                <a:t>Spring Boot</a:t>
              </a:r>
            </a:p>
          </p:txBody>
        </p:sp>
        <p:pic>
          <p:nvPicPr>
            <p:cNvPr id="64" name="그림 63">
              <a:extLst>
                <a:ext uri="{FF2B5EF4-FFF2-40B4-BE49-F238E27FC236}">
                  <a16:creationId xmlns:a16="http://schemas.microsoft.com/office/drawing/2014/main" id="{1F1CA981-44BD-4762-BF30-7EE253E1704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4623901" y="4354155"/>
              <a:ext cx="1306769" cy="686054"/>
            </a:xfrm>
            <a:prstGeom prst="rect">
              <a:avLst/>
            </a:prstGeom>
          </p:spPr>
        </p:pic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686F7E28-FD43-EEC3-07B9-E9A494A94C9D}"/>
              </a:ext>
            </a:extLst>
          </p:cNvPr>
          <p:cNvGrpSpPr/>
          <p:nvPr/>
        </p:nvGrpSpPr>
        <p:grpSpPr>
          <a:xfrm>
            <a:off x="6071223" y="2606476"/>
            <a:ext cx="933824" cy="934083"/>
            <a:chOff x="-2644486" y="4215088"/>
            <a:chExt cx="1103044" cy="1103350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8089179-C1A1-99CC-476F-3F50DDE5BAFC}"/>
                </a:ext>
              </a:extLst>
            </p:cNvPr>
            <p:cNvSpPr txBox="1"/>
            <p:nvPr/>
          </p:nvSpPr>
          <p:spPr>
            <a:xfrm>
              <a:off x="-2502934" y="4949106"/>
              <a:ext cx="8329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sv-SE" altLang="ko-KR" dirty="0">
                  <a:solidFill>
                    <a:srgbClr val="81875A"/>
                  </a:solidFill>
                </a:rPr>
                <a:t>Java</a:t>
              </a:r>
              <a:endParaRPr lang="ko-KR" altLang="en-US" dirty="0"/>
            </a:p>
          </p:txBody>
        </p:sp>
        <p:pic>
          <p:nvPicPr>
            <p:cNvPr id="66" name="그림 65">
              <a:extLst>
                <a:ext uri="{FF2B5EF4-FFF2-40B4-BE49-F238E27FC236}">
                  <a16:creationId xmlns:a16="http://schemas.microsoft.com/office/drawing/2014/main" id="{FB25EE65-1749-3CE8-CB5D-D1B16249180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644486" y="4215088"/>
              <a:ext cx="1103044" cy="689402"/>
            </a:xfrm>
            <a:prstGeom prst="rect">
              <a:avLst/>
            </a:prstGeom>
          </p:spPr>
        </p:pic>
      </p:grp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1CCF83F1-E025-8D42-4239-50EA3CB08ECE}"/>
              </a:ext>
            </a:extLst>
          </p:cNvPr>
          <p:cNvGrpSpPr/>
          <p:nvPr/>
        </p:nvGrpSpPr>
        <p:grpSpPr>
          <a:xfrm>
            <a:off x="4655820" y="1879860"/>
            <a:ext cx="1542893" cy="740030"/>
            <a:chOff x="-3384668" y="3033114"/>
            <a:chExt cx="1822484" cy="874132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0F4007A-6E09-BF9F-944B-C1E3F5FDAF7F}"/>
                </a:ext>
              </a:extLst>
            </p:cNvPr>
            <p:cNvSpPr txBox="1"/>
            <p:nvPr/>
          </p:nvSpPr>
          <p:spPr>
            <a:xfrm>
              <a:off x="-3041619" y="3507342"/>
              <a:ext cx="1136385" cy="3999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sv-SE" altLang="ko-KR" sz="1600" dirty="0">
                  <a:solidFill>
                    <a:srgbClr val="81875A"/>
                  </a:solidFill>
                </a:rPr>
                <a:t>MyBatis</a:t>
              </a:r>
              <a:endParaRPr lang="ko-KR" altLang="en-US" sz="1600" dirty="0"/>
            </a:p>
          </p:txBody>
        </p:sp>
        <p:pic>
          <p:nvPicPr>
            <p:cNvPr id="68" name="그림 67">
              <a:extLst>
                <a:ext uri="{FF2B5EF4-FFF2-40B4-BE49-F238E27FC236}">
                  <a16:creationId xmlns:a16="http://schemas.microsoft.com/office/drawing/2014/main" id="{F8A25BD4-6248-88DC-B33D-2A1993DE1D3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384668" y="3033114"/>
              <a:ext cx="1822484" cy="458225"/>
            </a:xfrm>
            <a:prstGeom prst="rect">
              <a:avLst/>
            </a:prstGeom>
          </p:spPr>
        </p:pic>
      </p:grp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448A1973-91FB-9A8F-1BFC-5DAABA6B6332}"/>
              </a:ext>
            </a:extLst>
          </p:cNvPr>
          <p:cNvGrpSpPr/>
          <p:nvPr/>
        </p:nvGrpSpPr>
        <p:grpSpPr>
          <a:xfrm>
            <a:off x="4988698" y="5249232"/>
            <a:ext cx="1142469" cy="1082033"/>
            <a:chOff x="-3195326" y="3673668"/>
            <a:chExt cx="1142469" cy="1082033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6A75A214-83C2-709A-0F2F-D538542FF4F0}"/>
                </a:ext>
              </a:extLst>
            </p:cNvPr>
            <p:cNvSpPr txBox="1"/>
            <p:nvPr/>
          </p:nvSpPr>
          <p:spPr>
            <a:xfrm>
              <a:off x="-3195326" y="4417147"/>
              <a:ext cx="114246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>
                  <a:solidFill>
                    <a:srgbClr val="81875A"/>
                  </a:solidFill>
                </a:rPr>
                <a:t>Postman</a:t>
              </a:r>
              <a:endParaRPr lang="ko-KR" altLang="en-US" sz="1600" dirty="0"/>
            </a:p>
          </p:txBody>
        </p:sp>
        <p:pic>
          <p:nvPicPr>
            <p:cNvPr id="74" name="그림 73">
              <a:extLst>
                <a:ext uri="{FF2B5EF4-FFF2-40B4-BE49-F238E27FC236}">
                  <a16:creationId xmlns:a16="http://schemas.microsoft.com/office/drawing/2014/main" id="{F5B2D39C-29AA-6356-FCA4-19637DDCB42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996285" y="3673668"/>
              <a:ext cx="743479" cy="743479"/>
            </a:xfrm>
            <a:prstGeom prst="rect">
              <a:avLst/>
            </a:prstGeom>
          </p:spPr>
        </p:pic>
      </p:grpSp>
      <p:grpSp>
        <p:nvGrpSpPr>
          <p:cNvPr id="85" name="그룹 84">
            <a:extLst>
              <a:ext uri="{FF2B5EF4-FFF2-40B4-BE49-F238E27FC236}">
                <a16:creationId xmlns:a16="http://schemas.microsoft.com/office/drawing/2014/main" id="{9A381A68-98AD-72BE-0A5F-05245F8F0146}"/>
              </a:ext>
            </a:extLst>
          </p:cNvPr>
          <p:cNvGrpSpPr/>
          <p:nvPr/>
        </p:nvGrpSpPr>
        <p:grpSpPr>
          <a:xfrm>
            <a:off x="6182908" y="5093754"/>
            <a:ext cx="1861800" cy="1177202"/>
            <a:chOff x="-4728098" y="4816152"/>
            <a:chExt cx="1861800" cy="1177202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537AEF1A-2CC0-46D4-9921-C680694DEDE2}"/>
                </a:ext>
              </a:extLst>
            </p:cNvPr>
            <p:cNvSpPr txBox="1"/>
            <p:nvPr/>
          </p:nvSpPr>
          <p:spPr>
            <a:xfrm>
              <a:off x="-4728098" y="5654800"/>
              <a:ext cx="18618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>
                  <a:solidFill>
                    <a:srgbClr val="81875A"/>
                  </a:solidFill>
                </a:rPr>
                <a:t>SQL Developer</a:t>
              </a:r>
            </a:p>
          </p:txBody>
        </p:sp>
        <p:pic>
          <p:nvPicPr>
            <p:cNvPr id="76" name="그림 75">
              <a:extLst>
                <a:ext uri="{FF2B5EF4-FFF2-40B4-BE49-F238E27FC236}">
                  <a16:creationId xmlns:a16="http://schemas.microsoft.com/office/drawing/2014/main" id="{833C44FD-FF52-AAEF-514B-D2F3B4ED5F9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4528159" y="4816152"/>
              <a:ext cx="1574392" cy="1049595"/>
            </a:xfrm>
            <a:prstGeom prst="rect">
              <a:avLst/>
            </a:prstGeom>
          </p:spPr>
        </p:pic>
      </p:grpSp>
      <p:grpSp>
        <p:nvGrpSpPr>
          <p:cNvPr id="83" name="그룹 82">
            <a:extLst>
              <a:ext uri="{FF2B5EF4-FFF2-40B4-BE49-F238E27FC236}">
                <a16:creationId xmlns:a16="http://schemas.microsoft.com/office/drawing/2014/main" id="{E666D9EE-0B97-534D-BAF9-923BCEF8FDB8}"/>
              </a:ext>
            </a:extLst>
          </p:cNvPr>
          <p:cNvGrpSpPr/>
          <p:nvPr/>
        </p:nvGrpSpPr>
        <p:grpSpPr>
          <a:xfrm>
            <a:off x="5713348" y="4373073"/>
            <a:ext cx="1173899" cy="1036754"/>
            <a:chOff x="-1244079" y="3775794"/>
            <a:chExt cx="1173899" cy="1036754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6DCB350-C6D2-EA5D-43F2-1B1481583273}"/>
                </a:ext>
              </a:extLst>
            </p:cNvPr>
            <p:cNvSpPr txBox="1"/>
            <p:nvPr/>
          </p:nvSpPr>
          <p:spPr>
            <a:xfrm>
              <a:off x="-1244079" y="4473994"/>
              <a:ext cx="117389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>
                  <a:solidFill>
                    <a:srgbClr val="81875A"/>
                  </a:solidFill>
                </a:rPr>
                <a:t>VS Code</a:t>
              </a:r>
            </a:p>
          </p:txBody>
        </p:sp>
        <p:pic>
          <p:nvPicPr>
            <p:cNvPr id="78" name="그림 77">
              <a:extLst>
                <a:ext uri="{FF2B5EF4-FFF2-40B4-BE49-F238E27FC236}">
                  <a16:creationId xmlns:a16="http://schemas.microsoft.com/office/drawing/2014/main" id="{F67B99AE-54A7-3105-746E-4B1AD576776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092739" y="3775794"/>
              <a:ext cx="720681" cy="720681"/>
            </a:xfrm>
            <a:prstGeom prst="rect">
              <a:avLst/>
            </a:prstGeom>
          </p:spPr>
        </p:pic>
      </p:grpSp>
      <p:grpSp>
        <p:nvGrpSpPr>
          <p:cNvPr id="84" name="그룹 83">
            <a:extLst>
              <a:ext uri="{FF2B5EF4-FFF2-40B4-BE49-F238E27FC236}">
                <a16:creationId xmlns:a16="http://schemas.microsoft.com/office/drawing/2014/main" id="{9AB70F10-FA0B-15FF-97B7-4E0A6AF9688E}"/>
              </a:ext>
            </a:extLst>
          </p:cNvPr>
          <p:cNvGrpSpPr/>
          <p:nvPr/>
        </p:nvGrpSpPr>
        <p:grpSpPr>
          <a:xfrm>
            <a:off x="4634470" y="4317418"/>
            <a:ext cx="774198" cy="1083017"/>
            <a:chOff x="-3009149" y="4875760"/>
            <a:chExt cx="774198" cy="1083017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FF62E3E7-419C-0865-B07F-F3C768A69E72}"/>
                </a:ext>
              </a:extLst>
            </p:cNvPr>
            <p:cNvSpPr txBox="1"/>
            <p:nvPr/>
          </p:nvSpPr>
          <p:spPr>
            <a:xfrm>
              <a:off x="-3009149" y="5620223"/>
              <a:ext cx="77419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>
                  <a:solidFill>
                    <a:srgbClr val="81875A"/>
                  </a:solidFill>
                </a:rPr>
                <a:t>STS</a:t>
              </a:r>
            </a:p>
          </p:txBody>
        </p:sp>
        <p:pic>
          <p:nvPicPr>
            <p:cNvPr id="82" name="그림 81">
              <a:extLst>
                <a:ext uri="{FF2B5EF4-FFF2-40B4-BE49-F238E27FC236}">
                  <a16:creationId xmlns:a16="http://schemas.microsoft.com/office/drawing/2014/main" id="{87273410-5311-8AF2-7E8C-A2058472F27B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965165" y="4875760"/>
              <a:ext cx="727940" cy="727940"/>
            </a:xfrm>
            <a:prstGeom prst="rect">
              <a:avLst/>
            </a:prstGeom>
          </p:spPr>
        </p:pic>
      </p:grpSp>
      <p:grpSp>
        <p:nvGrpSpPr>
          <p:cNvPr id="100" name="그룹 99">
            <a:extLst>
              <a:ext uri="{FF2B5EF4-FFF2-40B4-BE49-F238E27FC236}">
                <a16:creationId xmlns:a16="http://schemas.microsoft.com/office/drawing/2014/main" id="{7368FDC7-8EE0-DBE4-B73B-1C34A0DD59C9}"/>
              </a:ext>
            </a:extLst>
          </p:cNvPr>
          <p:cNvGrpSpPr/>
          <p:nvPr/>
        </p:nvGrpSpPr>
        <p:grpSpPr>
          <a:xfrm>
            <a:off x="8896756" y="2242673"/>
            <a:ext cx="1884972" cy="1157188"/>
            <a:chOff x="-2451481" y="3030325"/>
            <a:chExt cx="1884972" cy="1157188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48C6B735-D888-130D-B617-B129728FE15D}"/>
                </a:ext>
              </a:extLst>
            </p:cNvPr>
            <p:cNvSpPr txBox="1"/>
            <p:nvPr/>
          </p:nvSpPr>
          <p:spPr>
            <a:xfrm>
              <a:off x="-2135411" y="3818181"/>
              <a:ext cx="12453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>
                  <a:solidFill>
                    <a:srgbClr val="81875A"/>
                  </a:solidFill>
                </a:rPr>
                <a:t>Oracle DB</a:t>
              </a:r>
            </a:p>
          </p:txBody>
        </p:sp>
        <p:pic>
          <p:nvPicPr>
            <p:cNvPr id="99" name="그림 98">
              <a:extLst>
                <a:ext uri="{FF2B5EF4-FFF2-40B4-BE49-F238E27FC236}">
                  <a16:creationId xmlns:a16="http://schemas.microsoft.com/office/drawing/2014/main" id="{465ED0A1-9674-6D1B-7CA3-1524682EB3CD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451481" y="3030325"/>
              <a:ext cx="1884972" cy="942486"/>
            </a:xfrm>
            <a:prstGeom prst="rect">
              <a:avLst/>
            </a:prstGeom>
          </p:spPr>
        </p:pic>
      </p:grpSp>
      <p:sp>
        <p:nvSpPr>
          <p:cNvPr id="102" name="사각형: 잘린 위쪽 모서리 101">
            <a:extLst>
              <a:ext uri="{FF2B5EF4-FFF2-40B4-BE49-F238E27FC236}">
                <a16:creationId xmlns:a16="http://schemas.microsoft.com/office/drawing/2014/main" id="{193E8EA5-A7CA-06D0-EA16-8C044466558B}"/>
              </a:ext>
            </a:extLst>
          </p:cNvPr>
          <p:cNvSpPr/>
          <p:nvPr/>
        </p:nvSpPr>
        <p:spPr>
          <a:xfrm>
            <a:off x="4286640" y="272316"/>
            <a:ext cx="4027313" cy="1069370"/>
          </a:xfrm>
          <a:prstGeom prst="snip2SameRect">
            <a:avLst>
              <a:gd name="adj1" fmla="val 50000"/>
              <a:gd name="adj2" fmla="val 0"/>
            </a:avLst>
          </a:prstGeom>
          <a:solidFill>
            <a:srgbClr val="8187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" name="사각형: 잘린 위쪽 모서리 104">
            <a:extLst>
              <a:ext uri="{FF2B5EF4-FFF2-40B4-BE49-F238E27FC236}">
                <a16:creationId xmlns:a16="http://schemas.microsoft.com/office/drawing/2014/main" id="{E76C0288-8BEB-6EA1-C0CF-3C623675B110}"/>
              </a:ext>
            </a:extLst>
          </p:cNvPr>
          <p:cNvSpPr/>
          <p:nvPr/>
        </p:nvSpPr>
        <p:spPr>
          <a:xfrm>
            <a:off x="4655820" y="587044"/>
            <a:ext cx="3324396" cy="754642"/>
          </a:xfrm>
          <a:prstGeom prst="snip2SameRect">
            <a:avLst>
              <a:gd name="adj1" fmla="val 50000"/>
              <a:gd name="adj2" fmla="val 0"/>
            </a:avLst>
          </a:prstGeom>
          <a:solidFill>
            <a:srgbClr val="EDEE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4A2C24C4-62BA-89E1-DFF8-68A4D61A47B2}"/>
              </a:ext>
            </a:extLst>
          </p:cNvPr>
          <p:cNvGrpSpPr/>
          <p:nvPr/>
        </p:nvGrpSpPr>
        <p:grpSpPr>
          <a:xfrm>
            <a:off x="8513252" y="5001390"/>
            <a:ext cx="1316270" cy="885827"/>
            <a:chOff x="12724609" y="4032252"/>
            <a:chExt cx="1316270" cy="885827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823C3DDC-B134-F770-1B6B-DD7EB7043BB9}"/>
                </a:ext>
              </a:extLst>
            </p:cNvPr>
            <p:cNvSpPr txBox="1"/>
            <p:nvPr/>
          </p:nvSpPr>
          <p:spPr>
            <a:xfrm>
              <a:off x="12724609" y="4548747"/>
              <a:ext cx="13162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>
                  <a:solidFill>
                    <a:srgbClr val="81875A"/>
                  </a:solidFill>
                </a:rPr>
                <a:t>KakaoPay</a:t>
              </a:r>
            </a:p>
          </p:txBody>
        </p:sp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C5999570-C1FC-CC81-3DB8-27912F9C514E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773866" y="4032252"/>
              <a:ext cx="1203833" cy="501998"/>
            </a:xfrm>
            <a:prstGeom prst="rect">
              <a:avLst/>
            </a:prstGeom>
          </p:spPr>
        </p:pic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AEE8C382-A733-E1D3-5C6A-CCCFF1CBCEBB}"/>
              </a:ext>
            </a:extLst>
          </p:cNvPr>
          <p:cNvGrpSpPr/>
          <p:nvPr/>
        </p:nvGrpSpPr>
        <p:grpSpPr>
          <a:xfrm>
            <a:off x="9777137" y="4874234"/>
            <a:ext cx="1460500" cy="1253644"/>
            <a:chOff x="13019847" y="4476200"/>
            <a:chExt cx="1460500" cy="1253644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19BDE3F2-75CD-35FF-57E7-9AF133D25969}"/>
                </a:ext>
              </a:extLst>
            </p:cNvPr>
            <p:cNvSpPr txBox="1"/>
            <p:nvPr/>
          </p:nvSpPr>
          <p:spPr>
            <a:xfrm>
              <a:off x="13019847" y="5360512"/>
              <a:ext cx="144731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>
                  <a:solidFill>
                    <a:srgbClr val="81875A"/>
                  </a:solidFill>
                </a:rPr>
                <a:t>SMTP Email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34F9CE5-B02F-ED4A-A49F-C624566F25F5}"/>
                </a:ext>
              </a:extLst>
            </p:cNvPr>
            <p:cNvSpPr txBox="1"/>
            <p:nvPr/>
          </p:nvSpPr>
          <p:spPr>
            <a:xfrm>
              <a:off x="13019847" y="4476200"/>
              <a:ext cx="1460500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600" dirty="0"/>
                <a:t>📧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768980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35D05-0230-D0E8-6713-A98E70C53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그래픽 40" descr="도시 단색으로 채워진">
            <a:extLst>
              <a:ext uri="{FF2B5EF4-FFF2-40B4-BE49-F238E27FC236}">
                <a16:creationId xmlns:a16="http://schemas.microsoft.com/office/drawing/2014/main" id="{E4D969EC-8DF1-FC66-2CC5-54A64FCC16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81468" y="-631413"/>
            <a:ext cx="9171781" cy="9171781"/>
          </a:xfrm>
          <a:prstGeom prst="rect">
            <a:avLst/>
          </a:prstGeom>
        </p:spPr>
      </p:pic>
      <p:pic>
        <p:nvPicPr>
          <p:cNvPr id="37" name="그래픽 36" descr="도시 단색으로 채워진">
            <a:extLst>
              <a:ext uri="{FF2B5EF4-FFF2-40B4-BE49-F238E27FC236}">
                <a16:creationId xmlns:a16="http://schemas.microsoft.com/office/drawing/2014/main" id="{23985CA8-1335-67C9-F8EC-4903E69CEA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666703" y="-399185"/>
            <a:ext cx="9171781" cy="9171781"/>
          </a:xfrm>
          <a:prstGeom prst="rect">
            <a:avLst/>
          </a:prstGeom>
        </p:spPr>
      </p:pic>
      <p:pic>
        <p:nvPicPr>
          <p:cNvPr id="5" name="그래픽 4" descr="광고 윤곽선">
            <a:extLst>
              <a:ext uri="{FF2B5EF4-FFF2-40B4-BE49-F238E27FC236}">
                <a16:creationId xmlns:a16="http://schemas.microsoft.com/office/drawing/2014/main" id="{4B3DFEBD-1A84-A7D7-011D-E8CF68111D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230938" y="386971"/>
            <a:ext cx="12653875" cy="8996076"/>
          </a:xfrm>
          <a:prstGeom prst="rect">
            <a:avLst/>
          </a:prstGeom>
        </p:spPr>
      </p:pic>
      <p:pic>
        <p:nvPicPr>
          <p:cNvPr id="13" name="그래픽 12" descr="비행기 단색으로 채워진">
            <a:extLst>
              <a:ext uri="{FF2B5EF4-FFF2-40B4-BE49-F238E27FC236}">
                <a16:creationId xmlns:a16="http://schemas.microsoft.com/office/drawing/2014/main" id="{22E5FF0D-E61D-1EB1-E2A2-2F23786CC6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6796584" y="74164"/>
            <a:ext cx="914400" cy="9144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C4E6852-9D91-5BB6-BA93-935EB220CCA1}"/>
              </a:ext>
            </a:extLst>
          </p:cNvPr>
          <p:cNvSpPr txBox="1"/>
          <p:nvPr/>
        </p:nvSpPr>
        <p:spPr>
          <a:xfrm>
            <a:off x="240907" y="177421"/>
            <a:ext cx="65556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b="1" dirty="0">
                <a:solidFill>
                  <a:schemeClr val="accent3">
                    <a:lumMod val="75000"/>
                  </a:schemeClr>
                </a:solidFill>
              </a:rPr>
              <a:t>프로젝트 수행 절차 및 방법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48ED4C09-9E48-62E5-8B73-95D36D742F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2695188"/>
              </p:ext>
            </p:extLst>
          </p:nvPr>
        </p:nvGraphicFramePr>
        <p:xfrm>
          <a:off x="1224641" y="2058608"/>
          <a:ext cx="9788595" cy="361067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62865">
                  <a:extLst>
                    <a:ext uri="{9D8B030D-6E8A-4147-A177-3AD203B41FA5}">
                      <a16:colId xmlns:a16="http://schemas.microsoft.com/office/drawing/2014/main" val="2379061447"/>
                    </a:ext>
                  </a:extLst>
                </a:gridCol>
                <a:gridCol w="3262865">
                  <a:extLst>
                    <a:ext uri="{9D8B030D-6E8A-4147-A177-3AD203B41FA5}">
                      <a16:colId xmlns:a16="http://schemas.microsoft.com/office/drawing/2014/main" val="3987683702"/>
                    </a:ext>
                  </a:extLst>
                </a:gridCol>
                <a:gridCol w="3262865">
                  <a:extLst>
                    <a:ext uri="{9D8B030D-6E8A-4147-A177-3AD203B41FA5}">
                      <a16:colId xmlns:a16="http://schemas.microsoft.com/office/drawing/2014/main" val="1976920564"/>
                    </a:ext>
                  </a:extLst>
                </a:gridCol>
              </a:tblGrid>
              <a:tr h="5983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800" dirty="0"/>
                        <a:t>구분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800" dirty="0"/>
                        <a:t>기간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800" dirty="0"/>
                        <a:t>활동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5811821"/>
                  </a:ext>
                </a:extLst>
              </a:tr>
              <a:tr h="6190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800" dirty="0"/>
                        <a:t>기획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800" dirty="0"/>
                        <a:t>05.27~05.28</a:t>
                      </a:r>
                      <a:endParaRPr lang="ko-KR" sz="18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800" dirty="0"/>
                        <a:t>주제 선정 및 요구사항 분석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6699422"/>
                  </a:ext>
                </a:extLst>
              </a:tr>
              <a:tr h="5983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800"/>
                        <a:t>설계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800" dirty="0"/>
                        <a:t>05.28~06.01</a:t>
                      </a:r>
                      <a:endParaRPr lang="ko-KR" sz="18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800"/>
                        <a:t>DB 설계 및 화면 설계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75900"/>
                  </a:ext>
                </a:extLst>
              </a:tr>
              <a:tr h="5983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800" dirty="0"/>
                        <a:t>구현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800" dirty="0"/>
                        <a:t>06.02~06.19</a:t>
                      </a:r>
                      <a:endParaRPr lang="ko-KR" sz="18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800"/>
                        <a:t>기능 개발 및 API 연동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3994840"/>
                  </a:ext>
                </a:extLst>
              </a:tr>
              <a:tr h="5983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800"/>
                        <a:t>테스트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800" dirty="0"/>
                        <a:t>06.20~06.23</a:t>
                      </a:r>
                      <a:endParaRPr lang="ko-KR" sz="18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800" dirty="0"/>
                        <a:t>오류 수정 및 기능 검증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1552806"/>
                  </a:ext>
                </a:extLst>
              </a:tr>
              <a:tr h="5983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800"/>
                        <a:t>발표 준비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800" dirty="0"/>
                        <a:t>06.23~06.25</a:t>
                      </a:r>
                      <a:endParaRPr lang="ko-KR" sz="18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800" dirty="0"/>
                        <a:t>PPT 제작 및 시연 준비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3169817"/>
                  </a:ext>
                </a:extLst>
              </a:tr>
            </a:tbl>
          </a:graphicData>
        </a:graphic>
      </p:graphicFrame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D2D56A0E-653C-D872-2E0F-83CD6510449C}"/>
              </a:ext>
            </a:extLst>
          </p:cNvPr>
          <p:cNvCxnSpPr>
            <a:cxnSpLocks/>
          </p:cNvCxnSpPr>
          <p:nvPr/>
        </p:nvCxnSpPr>
        <p:spPr>
          <a:xfrm>
            <a:off x="0" y="982639"/>
            <a:ext cx="8258175" cy="0"/>
          </a:xfrm>
          <a:prstGeom prst="line">
            <a:avLst/>
          </a:prstGeom>
          <a:ln w="571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35412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>
            <a:extLst>
              <a:ext uri="{FF2B5EF4-FFF2-40B4-BE49-F238E27FC236}">
                <a16:creationId xmlns:a16="http://schemas.microsoft.com/office/drawing/2014/main" id="{7E6DB4AC-211F-FA25-8EB8-CF1D31FE52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485" y="1078361"/>
            <a:ext cx="5106012" cy="5705475"/>
          </a:xfrm>
          <a:prstGeom prst="rect">
            <a:avLst/>
          </a:prstGeom>
          <a:ln w="28575">
            <a:solidFill>
              <a:srgbClr val="81875A"/>
            </a:solidFill>
          </a:ln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47F5C903-7A79-2E5C-FC15-CDD5D0076481}"/>
              </a:ext>
            </a:extLst>
          </p:cNvPr>
          <p:cNvSpPr/>
          <p:nvPr/>
        </p:nvSpPr>
        <p:spPr>
          <a:xfrm>
            <a:off x="3829050" y="5255764"/>
            <a:ext cx="1571626" cy="1602236"/>
          </a:xfrm>
          <a:prstGeom prst="rect">
            <a:avLst/>
          </a:prstGeom>
          <a:solidFill>
            <a:srgbClr val="EDEE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래픽 6" descr="비행기 단색으로 채워진">
            <a:extLst>
              <a:ext uri="{FF2B5EF4-FFF2-40B4-BE49-F238E27FC236}">
                <a16:creationId xmlns:a16="http://schemas.microsoft.com/office/drawing/2014/main" id="{4B0F5C1F-F4E7-2321-4F78-5C66DFB120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5400000">
            <a:off x="2741778" y="74164"/>
            <a:ext cx="914400" cy="914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C62C3A7-C015-10BA-4546-E6DA7D520452}"/>
              </a:ext>
            </a:extLst>
          </p:cNvPr>
          <p:cNvSpPr txBox="1"/>
          <p:nvPr/>
        </p:nvSpPr>
        <p:spPr>
          <a:xfrm>
            <a:off x="240907" y="177421"/>
            <a:ext cx="25008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>
                <a:solidFill>
                  <a:schemeClr val="accent3">
                    <a:lumMod val="75000"/>
                  </a:schemeClr>
                </a:solidFill>
              </a:rPr>
              <a:t>ERD </a:t>
            </a:r>
            <a:r>
              <a:rPr lang="ko-KR" altLang="en-US" sz="4000" b="1" dirty="0">
                <a:solidFill>
                  <a:schemeClr val="accent3">
                    <a:lumMod val="75000"/>
                  </a:schemeClr>
                </a:solidFill>
              </a:rPr>
              <a:t>설계</a:t>
            </a: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1CB3431B-9F8B-F815-6C1C-599279C081FC}"/>
              </a:ext>
            </a:extLst>
          </p:cNvPr>
          <p:cNvCxnSpPr>
            <a:cxnSpLocks/>
          </p:cNvCxnSpPr>
          <p:nvPr/>
        </p:nvCxnSpPr>
        <p:spPr>
          <a:xfrm>
            <a:off x="0" y="982639"/>
            <a:ext cx="4143375" cy="0"/>
          </a:xfrm>
          <a:prstGeom prst="line">
            <a:avLst/>
          </a:prstGeom>
          <a:ln w="571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그림 15">
            <a:extLst>
              <a:ext uri="{FF2B5EF4-FFF2-40B4-BE49-F238E27FC236}">
                <a16:creationId xmlns:a16="http://schemas.microsoft.com/office/drawing/2014/main" id="{FDEBCCB4-13B3-8B24-5B1B-0D97DB4A07B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676" y="634295"/>
            <a:ext cx="6616839" cy="3742785"/>
          </a:xfrm>
          <a:prstGeom prst="rect">
            <a:avLst/>
          </a:prstGeom>
          <a:ln w="28575">
            <a:solidFill>
              <a:srgbClr val="81875A"/>
            </a:solidFill>
          </a:ln>
        </p:spPr>
      </p:pic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B0B626F8-8B39-425D-CDB1-8C8C8EC244AB}"/>
              </a:ext>
            </a:extLst>
          </p:cNvPr>
          <p:cNvCxnSpPr>
            <a:cxnSpLocks/>
          </p:cNvCxnSpPr>
          <p:nvPr/>
        </p:nvCxnSpPr>
        <p:spPr>
          <a:xfrm flipH="1">
            <a:off x="3812381" y="5255764"/>
            <a:ext cx="1497807" cy="0"/>
          </a:xfrm>
          <a:prstGeom prst="line">
            <a:avLst/>
          </a:prstGeom>
          <a:ln w="28575">
            <a:solidFill>
              <a:srgbClr val="818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FC8E1375-CCBB-BCEC-48C1-C2C4ED57DB1E}"/>
              </a:ext>
            </a:extLst>
          </p:cNvPr>
          <p:cNvCxnSpPr>
            <a:cxnSpLocks/>
          </p:cNvCxnSpPr>
          <p:nvPr/>
        </p:nvCxnSpPr>
        <p:spPr>
          <a:xfrm flipV="1">
            <a:off x="3829050" y="5255764"/>
            <a:ext cx="0" cy="1554611"/>
          </a:xfrm>
          <a:prstGeom prst="line">
            <a:avLst/>
          </a:prstGeom>
          <a:ln w="28575">
            <a:solidFill>
              <a:srgbClr val="818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7EB260A-9757-4AEE-F510-1E142FDB6FAE}"/>
              </a:ext>
            </a:extLst>
          </p:cNvPr>
          <p:cNvSpPr/>
          <p:nvPr/>
        </p:nvSpPr>
        <p:spPr>
          <a:xfrm>
            <a:off x="4778067" y="5577937"/>
            <a:ext cx="4026517" cy="812779"/>
          </a:xfrm>
          <a:prstGeom prst="rect">
            <a:avLst/>
          </a:prstGeom>
          <a:solidFill>
            <a:srgbClr val="8187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EDEEE6"/>
                </a:solidFill>
              </a:rPr>
              <a:t>회원</a:t>
            </a:r>
            <a:r>
              <a:rPr lang="en-US" altLang="ko-KR" dirty="0">
                <a:solidFill>
                  <a:srgbClr val="EDEEE6"/>
                </a:solidFill>
              </a:rPr>
              <a:t>, </a:t>
            </a:r>
            <a:r>
              <a:rPr lang="ko-KR" altLang="en-US" dirty="0">
                <a:solidFill>
                  <a:srgbClr val="EDEEE6"/>
                </a:solidFill>
              </a:rPr>
              <a:t>예약</a:t>
            </a:r>
            <a:r>
              <a:rPr lang="en-US" altLang="ko-KR" dirty="0">
                <a:solidFill>
                  <a:srgbClr val="EDEEE6"/>
                </a:solidFill>
              </a:rPr>
              <a:t>, </a:t>
            </a:r>
            <a:r>
              <a:rPr lang="ko-KR" altLang="en-US" dirty="0">
                <a:solidFill>
                  <a:srgbClr val="EDEEE6"/>
                </a:solidFill>
              </a:rPr>
              <a:t>결제</a:t>
            </a:r>
            <a:r>
              <a:rPr lang="en-US" altLang="ko-KR" dirty="0">
                <a:solidFill>
                  <a:srgbClr val="EDEEE6"/>
                </a:solidFill>
              </a:rPr>
              <a:t>, </a:t>
            </a:r>
            <a:r>
              <a:rPr lang="ko-KR" altLang="en-US" dirty="0">
                <a:solidFill>
                  <a:srgbClr val="EDEEE6"/>
                </a:solidFill>
              </a:rPr>
              <a:t>상품</a:t>
            </a:r>
            <a:r>
              <a:rPr lang="en-US" altLang="ko-KR" dirty="0">
                <a:solidFill>
                  <a:srgbClr val="EDEEE6"/>
                </a:solidFill>
              </a:rPr>
              <a:t>, </a:t>
            </a:r>
            <a:r>
              <a:rPr lang="ko-KR" altLang="en-US" dirty="0">
                <a:solidFill>
                  <a:srgbClr val="EDEEE6"/>
                </a:solidFill>
              </a:rPr>
              <a:t>후기</a:t>
            </a:r>
            <a:r>
              <a:rPr lang="en-US" altLang="ko-KR" dirty="0">
                <a:solidFill>
                  <a:srgbClr val="EDEEE6"/>
                </a:solidFill>
              </a:rPr>
              <a:t>, </a:t>
            </a:r>
            <a:r>
              <a:rPr lang="ko-KR" altLang="en-US" dirty="0">
                <a:solidFill>
                  <a:srgbClr val="EDEEE6"/>
                </a:solidFill>
              </a:rPr>
              <a:t>문의를 중심으로 테이블을 구성</a:t>
            </a:r>
          </a:p>
        </p:txBody>
      </p:sp>
    </p:spTree>
    <p:extLst>
      <p:ext uri="{BB962C8B-B14F-4D97-AF65-F5344CB8AC3E}">
        <p14:creationId xmlns:p14="http://schemas.microsoft.com/office/powerpoint/2010/main" val="9909065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5896055D-8AED-194E-749E-6CEB308B15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345" y="339664"/>
            <a:ext cx="8154630" cy="6178671"/>
          </a:xfrm>
          <a:prstGeom prst="rect">
            <a:avLst/>
          </a:prstGeom>
          <a:ln w="28575">
            <a:solidFill>
              <a:srgbClr val="81875A"/>
            </a:solidFill>
          </a:ln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808C5A2E-4F28-D0F3-826E-4115FAFAFFC1}"/>
              </a:ext>
            </a:extLst>
          </p:cNvPr>
          <p:cNvSpPr/>
          <p:nvPr/>
        </p:nvSpPr>
        <p:spPr>
          <a:xfrm>
            <a:off x="7117238" y="5194169"/>
            <a:ext cx="3770722" cy="848412"/>
          </a:xfrm>
          <a:prstGeom prst="rect">
            <a:avLst/>
          </a:prstGeom>
          <a:solidFill>
            <a:srgbClr val="8187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rgbClr val="EDEEE6"/>
                </a:solidFill>
              </a:rPr>
              <a:t>예약 정보를 기준으로 결제</a:t>
            </a:r>
            <a:r>
              <a:rPr lang="en-US" altLang="ko-KR">
                <a:solidFill>
                  <a:srgbClr val="EDEEE6"/>
                </a:solidFill>
              </a:rPr>
              <a:t>, </a:t>
            </a:r>
            <a:r>
              <a:rPr lang="ko-KR" altLang="en-US">
                <a:solidFill>
                  <a:srgbClr val="EDEEE6"/>
                </a:solidFill>
              </a:rPr>
              <a:t>후기</a:t>
            </a:r>
            <a:r>
              <a:rPr lang="en-US" altLang="ko-KR">
                <a:solidFill>
                  <a:srgbClr val="EDEEE6"/>
                </a:solidFill>
              </a:rPr>
              <a:t>, </a:t>
            </a:r>
            <a:r>
              <a:rPr lang="ko-KR" altLang="en-US">
                <a:solidFill>
                  <a:srgbClr val="EDEEE6"/>
                </a:solidFill>
              </a:rPr>
              <a:t>체크리스트가 연결되도록 설계</a:t>
            </a:r>
            <a:endParaRPr lang="ko-KR" altLang="en-US" dirty="0">
              <a:solidFill>
                <a:srgbClr val="EDEEE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84000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3A3B280E-9A61-3884-BA57-6432B9FDFE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15" y="2095493"/>
            <a:ext cx="5639235" cy="4430827"/>
          </a:xfrm>
          <a:prstGeom prst="rect">
            <a:avLst/>
          </a:prstGeom>
          <a:ln w="19050">
            <a:solidFill>
              <a:srgbClr val="81875A"/>
            </a:solidFill>
          </a:ln>
        </p:spPr>
      </p:pic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B52412CB-FE5F-DF73-8484-9C50F3378244}"/>
              </a:ext>
            </a:extLst>
          </p:cNvPr>
          <p:cNvCxnSpPr>
            <a:cxnSpLocks/>
            <a:stCxn id="14" idx="1"/>
            <a:endCxn id="9" idx="2"/>
          </p:cNvCxnSpPr>
          <p:nvPr/>
        </p:nvCxnSpPr>
        <p:spPr>
          <a:xfrm flipH="1" flipV="1">
            <a:off x="5272650" y="2381061"/>
            <a:ext cx="823350" cy="2891287"/>
          </a:xfrm>
          <a:prstGeom prst="line">
            <a:avLst/>
          </a:prstGeom>
          <a:ln w="38100">
            <a:solidFill>
              <a:srgbClr val="818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그림 5">
            <a:extLst>
              <a:ext uri="{FF2B5EF4-FFF2-40B4-BE49-F238E27FC236}">
                <a16:creationId xmlns:a16="http://schemas.microsoft.com/office/drawing/2014/main" id="{B3F43DDC-BAA0-D6B0-0C8F-D30F34C190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7486" y="557904"/>
            <a:ext cx="3096500" cy="3001847"/>
          </a:xfrm>
          <a:prstGeom prst="rect">
            <a:avLst/>
          </a:prstGeom>
          <a:ln w="19050">
            <a:solidFill>
              <a:srgbClr val="81875A"/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9A6E1089-2A95-95B0-15E8-ACDE2DF31A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3986" y="177421"/>
            <a:ext cx="3096499" cy="3382330"/>
          </a:xfrm>
          <a:prstGeom prst="rect">
            <a:avLst/>
          </a:prstGeom>
          <a:ln w="19050">
            <a:solidFill>
              <a:srgbClr val="81875A"/>
            </a:solidFill>
          </a:ln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97396480-8859-DF27-C841-EA9DE3AB46FA}"/>
              </a:ext>
            </a:extLst>
          </p:cNvPr>
          <p:cNvSpPr/>
          <p:nvPr/>
        </p:nvSpPr>
        <p:spPr>
          <a:xfrm>
            <a:off x="4834550" y="2000816"/>
            <a:ext cx="876200" cy="380245"/>
          </a:xfrm>
          <a:prstGeom prst="rect">
            <a:avLst/>
          </a:prstGeom>
          <a:noFill/>
          <a:ln w="28575">
            <a:solidFill>
              <a:srgbClr val="8187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822385EF-2094-F453-A054-120D51044D5A}"/>
              </a:ext>
            </a:extLst>
          </p:cNvPr>
          <p:cNvCxnSpPr>
            <a:stCxn id="9" idx="3"/>
            <a:endCxn id="6" idx="1"/>
          </p:cNvCxnSpPr>
          <p:nvPr/>
        </p:nvCxnSpPr>
        <p:spPr>
          <a:xfrm flipV="1">
            <a:off x="5710750" y="2058828"/>
            <a:ext cx="216736" cy="132111"/>
          </a:xfrm>
          <a:prstGeom prst="line">
            <a:avLst/>
          </a:prstGeom>
          <a:ln w="38100">
            <a:solidFill>
              <a:srgbClr val="818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그림 13">
            <a:extLst>
              <a:ext uri="{FF2B5EF4-FFF2-40B4-BE49-F238E27FC236}">
                <a16:creationId xmlns:a16="http://schemas.microsoft.com/office/drawing/2014/main" id="{B5EF998E-FEBB-B827-E8C6-1515099E355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705327"/>
            <a:ext cx="3476029" cy="3134041"/>
          </a:xfrm>
          <a:prstGeom prst="rect">
            <a:avLst/>
          </a:prstGeom>
          <a:ln w="19050">
            <a:solidFill>
              <a:srgbClr val="81875A"/>
            </a:solidFill>
          </a:ln>
        </p:spPr>
      </p:pic>
      <p:pic>
        <p:nvPicPr>
          <p:cNvPr id="19" name="그래픽 18" descr="비행기 단색으로 채워진">
            <a:extLst>
              <a:ext uri="{FF2B5EF4-FFF2-40B4-BE49-F238E27FC236}">
                <a16:creationId xmlns:a16="http://schemas.microsoft.com/office/drawing/2014/main" id="{1FEDBABF-D0B2-2328-EAAB-9E444BF1E2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2741778" y="74164"/>
            <a:ext cx="914400" cy="9144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84486837-B53E-9265-67C1-63845EAF7951}"/>
              </a:ext>
            </a:extLst>
          </p:cNvPr>
          <p:cNvSpPr txBox="1"/>
          <p:nvPr/>
        </p:nvSpPr>
        <p:spPr>
          <a:xfrm>
            <a:off x="240907" y="177421"/>
            <a:ext cx="25008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b="1" dirty="0">
                <a:solidFill>
                  <a:schemeClr val="accent3">
                    <a:lumMod val="75000"/>
                  </a:schemeClr>
                </a:solidFill>
              </a:rPr>
              <a:t>화면설계</a:t>
            </a: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BD253D28-0369-E5B5-45B0-B9BFFF36BF92}"/>
              </a:ext>
            </a:extLst>
          </p:cNvPr>
          <p:cNvCxnSpPr>
            <a:cxnSpLocks/>
          </p:cNvCxnSpPr>
          <p:nvPr/>
        </p:nvCxnSpPr>
        <p:spPr>
          <a:xfrm>
            <a:off x="0" y="982639"/>
            <a:ext cx="4143375" cy="0"/>
          </a:xfrm>
          <a:prstGeom prst="line">
            <a:avLst/>
          </a:prstGeom>
          <a:ln w="571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24805496-2A7E-D618-6072-7516D085A780}"/>
              </a:ext>
            </a:extLst>
          </p:cNvPr>
          <p:cNvSpPr/>
          <p:nvPr/>
        </p:nvSpPr>
        <p:spPr>
          <a:xfrm>
            <a:off x="277910" y="1177988"/>
            <a:ext cx="2553077" cy="361078"/>
          </a:xfrm>
          <a:prstGeom prst="rect">
            <a:avLst/>
          </a:prstGeom>
          <a:solidFill>
            <a:srgbClr val="8187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EDEEE6"/>
                </a:solidFill>
              </a:rPr>
              <a:t>메인 페이지와 로그인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B457D21-73C5-077E-735F-FFC4B71053C4}"/>
              </a:ext>
            </a:extLst>
          </p:cNvPr>
          <p:cNvSpPr/>
          <p:nvPr/>
        </p:nvSpPr>
        <p:spPr>
          <a:xfrm>
            <a:off x="10029134" y="3881431"/>
            <a:ext cx="1993867" cy="1222832"/>
          </a:xfrm>
          <a:prstGeom prst="rect">
            <a:avLst/>
          </a:prstGeom>
          <a:solidFill>
            <a:srgbClr val="81875A"/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rgbClr val="EDEEE6"/>
                </a:solidFill>
              </a:rPr>
              <a:t>입력한 이메일로</a:t>
            </a:r>
            <a:endParaRPr lang="en-US" altLang="ko-KR" sz="1600" dirty="0">
              <a:solidFill>
                <a:srgbClr val="EDEEE6"/>
              </a:solidFill>
            </a:endParaRPr>
          </a:p>
          <a:p>
            <a:pPr algn="ctr"/>
            <a:r>
              <a:rPr lang="ko-KR" altLang="en-US" sz="1600" dirty="0">
                <a:solidFill>
                  <a:srgbClr val="EDEEE6"/>
                </a:solidFill>
              </a:rPr>
              <a:t>인증코드 발송</a:t>
            </a:r>
            <a:r>
              <a:rPr lang="en-US" altLang="ko-KR" sz="1600" dirty="0">
                <a:solidFill>
                  <a:srgbClr val="EDEEE6"/>
                </a:solidFill>
              </a:rPr>
              <a:t>.</a:t>
            </a:r>
          </a:p>
          <a:p>
            <a:pPr algn="ctr"/>
            <a:r>
              <a:rPr lang="ko-KR" altLang="en-US" sz="1600" dirty="0">
                <a:solidFill>
                  <a:srgbClr val="EDEEE6"/>
                </a:solidFill>
              </a:rPr>
              <a:t>확인 후 비밀번호 재설정</a:t>
            </a:r>
            <a:endParaRPr lang="en-US" altLang="ko-KR" sz="1600" dirty="0">
              <a:solidFill>
                <a:srgbClr val="EDEEE6"/>
              </a:solidFill>
            </a:endParaRPr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13636B7F-CD97-DED3-EE72-D4B059E25384}"/>
              </a:ext>
            </a:extLst>
          </p:cNvPr>
          <p:cNvCxnSpPr>
            <a:stCxn id="8" idx="2"/>
            <a:endCxn id="24" idx="0"/>
          </p:cNvCxnSpPr>
          <p:nvPr/>
        </p:nvCxnSpPr>
        <p:spPr>
          <a:xfrm>
            <a:off x="10572236" y="3559751"/>
            <a:ext cx="453832" cy="321680"/>
          </a:xfrm>
          <a:prstGeom prst="line">
            <a:avLst/>
          </a:prstGeom>
          <a:ln w="19050">
            <a:solidFill>
              <a:srgbClr val="818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00D5F958-116A-A5E9-E4E7-93A84EC79DAD}"/>
              </a:ext>
            </a:extLst>
          </p:cNvPr>
          <p:cNvSpPr/>
          <p:nvPr/>
        </p:nvSpPr>
        <p:spPr>
          <a:xfrm>
            <a:off x="4525889" y="177421"/>
            <a:ext cx="1993867" cy="987600"/>
          </a:xfrm>
          <a:prstGeom prst="rect">
            <a:avLst/>
          </a:prstGeom>
          <a:solidFill>
            <a:srgbClr val="81875A"/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rgbClr val="EDEEE6"/>
                </a:solidFill>
              </a:rPr>
              <a:t>로그인이 필요한</a:t>
            </a:r>
            <a:endParaRPr lang="en-US" altLang="ko-KR" sz="1600" dirty="0">
              <a:solidFill>
                <a:srgbClr val="EDEEE6"/>
              </a:solidFill>
            </a:endParaRPr>
          </a:p>
          <a:p>
            <a:pPr algn="ctr"/>
            <a:r>
              <a:rPr lang="ko-KR" altLang="en-US" sz="1600" dirty="0">
                <a:solidFill>
                  <a:srgbClr val="EDEEE6"/>
                </a:solidFill>
              </a:rPr>
              <a:t>기능인 경우 로그인 페이지로 이동</a:t>
            </a:r>
            <a:endParaRPr lang="en-US" altLang="ko-KR" sz="1600" dirty="0">
              <a:solidFill>
                <a:srgbClr val="EDEEE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25963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9366313-2257-4E0A-1E69-0A6458B941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96" y="75421"/>
            <a:ext cx="4188423" cy="367696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47418B9F-864F-5291-D879-B3D426D8AE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96" y="3752387"/>
            <a:ext cx="4188423" cy="302522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A1EE5B5-7FCB-5B06-AF94-16557A4DBB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22"/>
          <a:stretch>
            <a:fillRect/>
          </a:stretch>
        </p:blipFill>
        <p:spPr>
          <a:xfrm>
            <a:off x="5194163" y="75421"/>
            <a:ext cx="3702867" cy="3250009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48461122-BE77-C184-4AC3-B4BA116BA2B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749"/>
          <a:stretch>
            <a:fillRect/>
          </a:stretch>
        </p:blipFill>
        <p:spPr>
          <a:xfrm>
            <a:off x="5457398" y="3426517"/>
            <a:ext cx="3756503" cy="3250009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25617622-BD16-5C7B-69BF-EC2570653804}"/>
              </a:ext>
            </a:extLst>
          </p:cNvPr>
          <p:cNvSpPr/>
          <p:nvPr/>
        </p:nvSpPr>
        <p:spPr>
          <a:xfrm>
            <a:off x="93496" y="75421"/>
            <a:ext cx="4188423" cy="6702193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09A3DCB-ACE5-E79E-5784-FC90B9237CFF}"/>
              </a:ext>
            </a:extLst>
          </p:cNvPr>
          <p:cNvSpPr/>
          <p:nvPr/>
        </p:nvSpPr>
        <p:spPr>
          <a:xfrm>
            <a:off x="9394749" y="668434"/>
            <a:ext cx="2275168" cy="691106"/>
          </a:xfrm>
          <a:prstGeom prst="rect">
            <a:avLst/>
          </a:prstGeom>
          <a:solidFill>
            <a:srgbClr val="8187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EDEEE6"/>
                </a:solidFill>
              </a:rPr>
              <a:t>상품 상세 페이지와 후기 페이지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E211C864-950E-5F28-E56D-66C3736D16CD}"/>
              </a:ext>
            </a:extLst>
          </p:cNvPr>
          <p:cNvCxnSpPr>
            <a:cxnSpLocks/>
            <a:stCxn id="9" idx="1"/>
            <a:endCxn id="26" idx="3"/>
          </p:cNvCxnSpPr>
          <p:nvPr/>
        </p:nvCxnSpPr>
        <p:spPr>
          <a:xfrm flipH="1" flipV="1">
            <a:off x="4318134" y="4893739"/>
            <a:ext cx="1139264" cy="157783"/>
          </a:xfrm>
          <a:prstGeom prst="line">
            <a:avLst/>
          </a:prstGeom>
          <a:ln w="38100">
            <a:solidFill>
              <a:srgbClr val="818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83F9E38-CA01-7D02-87A9-883A9C1B39C0}"/>
              </a:ext>
            </a:extLst>
          </p:cNvPr>
          <p:cNvSpPr/>
          <p:nvPr/>
        </p:nvSpPr>
        <p:spPr>
          <a:xfrm>
            <a:off x="1964602" y="353085"/>
            <a:ext cx="325925" cy="217283"/>
          </a:xfrm>
          <a:prstGeom prst="rect">
            <a:avLst/>
          </a:prstGeom>
          <a:noFill/>
          <a:ln w="28575">
            <a:solidFill>
              <a:srgbClr val="8187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7F5B458B-8666-3C68-F257-0ACC4AAB41C0}"/>
              </a:ext>
            </a:extLst>
          </p:cNvPr>
          <p:cNvCxnSpPr>
            <a:cxnSpLocks/>
            <a:stCxn id="14" idx="3"/>
            <a:endCxn id="7" idx="1"/>
          </p:cNvCxnSpPr>
          <p:nvPr/>
        </p:nvCxnSpPr>
        <p:spPr>
          <a:xfrm>
            <a:off x="2290527" y="461727"/>
            <a:ext cx="2903636" cy="1238699"/>
          </a:xfrm>
          <a:prstGeom prst="line">
            <a:avLst/>
          </a:prstGeom>
          <a:ln w="38100">
            <a:solidFill>
              <a:srgbClr val="818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BEF71E7-CF3F-18B1-D164-5CE68557AA5B}"/>
              </a:ext>
            </a:extLst>
          </p:cNvPr>
          <p:cNvSpPr/>
          <p:nvPr/>
        </p:nvSpPr>
        <p:spPr>
          <a:xfrm>
            <a:off x="3616491" y="4718227"/>
            <a:ext cx="701643" cy="351024"/>
          </a:xfrm>
          <a:prstGeom prst="rect">
            <a:avLst/>
          </a:prstGeom>
          <a:noFill/>
          <a:ln w="28575">
            <a:solidFill>
              <a:srgbClr val="8187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AC463F63-259B-BF44-77A9-B3F43F446DC0}"/>
              </a:ext>
            </a:extLst>
          </p:cNvPr>
          <p:cNvSpPr/>
          <p:nvPr/>
        </p:nvSpPr>
        <p:spPr>
          <a:xfrm>
            <a:off x="7161292" y="2924271"/>
            <a:ext cx="1520982" cy="298764"/>
          </a:xfrm>
          <a:prstGeom prst="rect">
            <a:avLst/>
          </a:prstGeom>
          <a:noFill/>
          <a:ln w="28575">
            <a:solidFill>
              <a:srgbClr val="8187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8" name="연결선: 꺾임 37">
            <a:extLst>
              <a:ext uri="{FF2B5EF4-FFF2-40B4-BE49-F238E27FC236}">
                <a16:creationId xmlns:a16="http://schemas.microsoft.com/office/drawing/2014/main" id="{3F2D3AE7-8D43-B85B-5BCF-BC3C7FB1AE9B}"/>
              </a:ext>
            </a:extLst>
          </p:cNvPr>
          <p:cNvCxnSpPr>
            <a:endCxn id="9" idx="3"/>
          </p:cNvCxnSpPr>
          <p:nvPr/>
        </p:nvCxnSpPr>
        <p:spPr>
          <a:xfrm rot="16200000" flipH="1">
            <a:off x="7956889" y="3794509"/>
            <a:ext cx="1982397" cy="531627"/>
          </a:xfrm>
          <a:prstGeom prst="bentConnector4">
            <a:avLst>
              <a:gd name="adj1" fmla="val 337"/>
              <a:gd name="adj2" fmla="val 209416"/>
            </a:avLst>
          </a:prstGeom>
          <a:ln w="28575">
            <a:solidFill>
              <a:srgbClr val="8187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61507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7692B84-961D-72A1-2180-F1FB36366F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4" t="8383" r="3077"/>
          <a:stretch>
            <a:fillRect/>
          </a:stretch>
        </p:blipFill>
        <p:spPr>
          <a:xfrm>
            <a:off x="111915" y="75788"/>
            <a:ext cx="4478010" cy="6753434"/>
          </a:xfrm>
          <a:prstGeom prst="rect">
            <a:avLst/>
          </a:prstGeom>
          <a:ln w="19050">
            <a:solidFill>
              <a:srgbClr val="81875A"/>
            </a:solidFill>
          </a:ln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420D9776-5252-EB10-99FB-E57382A015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1620" y="609600"/>
            <a:ext cx="2332620" cy="4240370"/>
          </a:xfrm>
          <a:prstGeom prst="rect">
            <a:avLst/>
          </a:prstGeom>
          <a:ln w="19050">
            <a:solidFill>
              <a:srgbClr val="81875A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31C5F51-C9AF-F30A-D600-17A26D77B7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035"/>
          <a:stretch>
            <a:fillRect/>
          </a:stretch>
        </p:blipFill>
        <p:spPr>
          <a:xfrm>
            <a:off x="7450771" y="1099127"/>
            <a:ext cx="4645872" cy="3011053"/>
          </a:xfrm>
          <a:prstGeom prst="rect">
            <a:avLst/>
          </a:prstGeom>
          <a:ln w="19050">
            <a:solidFill>
              <a:srgbClr val="81875A"/>
            </a:solidFill>
          </a:ln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47DE2D25-C6B8-33B4-E58B-A8E0A1C83F4D}"/>
              </a:ext>
            </a:extLst>
          </p:cNvPr>
          <p:cNvSpPr/>
          <p:nvPr/>
        </p:nvSpPr>
        <p:spPr>
          <a:xfrm>
            <a:off x="1394956" y="6243782"/>
            <a:ext cx="1911928" cy="369455"/>
          </a:xfrm>
          <a:prstGeom prst="rect">
            <a:avLst/>
          </a:prstGeom>
          <a:noFill/>
          <a:ln w="28575">
            <a:solidFill>
              <a:srgbClr val="8187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74E85B89-280B-F3A1-E99B-C7C13EBAD945}"/>
              </a:ext>
            </a:extLst>
          </p:cNvPr>
          <p:cNvCxnSpPr>
            <a:cxnSpLocks/>
            <a:stCxn id="12" idx="3"/>
            <a:endCxn id="5" idx="1"/>
          </p:cNvCxnSpPr>
          <p:nvPr/>
        </p:nvCxnSpPr>
        <p:spPr>
          <a:xfrm flipV="1">
            <a:off x="3306884" y="2729785"/>
            <a:ext cx="1554736" cy="3698725"/>
          </a:xfrm>
          <a:prstGeom prst="straightConnector1">
            <a:avLst/>
          </a:prstGeom>
          <a:ln w="28575">
            <a:solidFill>
              <a:srgbClr val="8187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연결선: 꺾임 22">
            <a:extLst>
              <a:ext uri="{FF2B5EF4-FFF2-40B4-BE49-F238E27FC236}">
                <a16:creationId xmlns:a16="http://schemas.microsoft.com/office/drawing/2014/main" id="{98A04B44-E542-C8EE-1876-03E306EAB1DE}"/>
              </a:ext>
            </a:extLst>
          </p:cNvPr>
          <p:cNvCxnSpPr>
            <a:cxnSpLocks/>
            <a:stCxn id="5" idx="2"/>
            <a:endCxn id="7" idx="2"/>
          </p:cNvCxnSpPr>
          <p:nvPr/>
        </p:nvCxnSpPr>
        <p:spPr>
          <a:xfrm rot="5400000" flipH="1" flipV="1">
            <a:off x="7530923" y="2607186"/>
            <a:ext cx="739790" cy="3745777"/>
          </a:xfrm>
          <a:prstGeom prst="bentConnector3">
            <a:avLst>
              <a:gd name="adj1" fmla="val -30901"/>
            </a:avLst>
          </a:prstGeom>
          <a:ln w="28575">
            <a:solidFill>
              <a:srgbClr val="8187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6B0A8F17-99EF-6928-7E3E-ABCE495A8942}"/>
              </a:ext>
            </a:extLst>
          </p:cNvPr>
          <p:cNvSpPr/>
          <p:nvPr/>
        </p:nvSpPr>
        <p:spPr>
          <a:xfrm>
            <a:off x="9773707" y="5538999"/>
            <a:ext cx="915410" cy="439748"/>
          </a:xfrm>
          <a:prstGeom prst="rect">
            <a:avLst/>
          </a:prstGeom>
          <a:solidFill>
            <a:srgbClr val="8187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EDEEE6"/>
                </a:solidFill>
              </a:rPr>
              <a:t>결제</a:t>
            </a:r>
          </a:p>
        </p:txBody>
      </p:sp>
    </p:spTree>
    <p:extLst>
      <p:ext uri="{BB962C8B-B14F-4D97-AF65-F5344CB8AC3E}">
        <p14:creationId xmlns:p14="http://schemas.microsoft.com/office/powerpoint/2010/main" val="22743068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570082A4-23D2-AE2F-69B8-5EF05FB08A4E}"/>
              </a:ext>
            </a:extLst>
          </p:cNvPr>
          <p:cNvSpPr/>
          <p:nvPr/>
        </p:nvSpPr>
        <p:spPr>
          <a:xfrm>
            <a:off x="9990989" y="813090"/>
            <a:ext cx="1362055" cy="439748"/>
          </a:xfrm>
          <a:prstGeom prst="rect">
            <a:avLst/>
          </a:prstGeom>
          <a:solidFill>
            <a:srgbClr val="8187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EDEEE6"/>
                </a:solidFill>
              </a:rPr>
              <a:t>예약 내역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4716113-7C98-5FD7-8A53-F0D58E6054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9871" y="0"/>
            <a:ext cx="3696345" cy="6858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8637B50-7919-44F0-3445-0A0EFD7FF2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478" y="737812"/>
            <a:ext cx="4515480" cy="5382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4034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7E58750-3028-20E8-2195-E8C410BE55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263" y="811072"/>
            <a:ext cx="5265602" cy="5185122"/>
          </a:xfrm>
          <a:prstGeom prst="rect">
            <a:avLst/>
          </a:prstGeom>
          <a:ln w="19050">
            <a:solidFill>
              <a:srgbClr val="81875A"/>
            </a:solidFill>
          </a:ln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D95BE4E2-B7EB-2A38-2AA1-259A3962F5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296" y="6201609"/>
            <a:ext cx="5244660" cy="427485"/>
          </a:xfrm>
          <a:prstGeom prst="rect">
            <a:avLst/>
          </a:prstGeom>
          <a:ln w="19050">
            <a:solidFill>
              <a:srgbClr val="81875A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8B6015F-CB10-02BE-1867-685A76D103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8839" y="834718"/>
            <a:ext cx="5130544" cy="4426134"/>
          </a:xfrm>
          <a:prstGeom prst="rect">
            <a:avLst/>
          </a:prstGeom>
          <a:ln w="19050">
            <a:solidFill>
              <a:srgbClr val="81875A"/>
            </a:solidFill>
          </a:ln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26B17EA4-F325-8D55-C2F0-CC2684A065CA}"/>
              </a:ext>
            </a:extLst>
          </p:cNvPr>
          <p:cNvSpPr/>
          <p:nvPr/>
        </p:nvSpPr>
        <p:spPr>
          <a:xfrm>
            <a:off x="439583" y="228906"/>
            <a:ext cx="1362055" cy="439748"/>
          </a:xfrm>
          <a:prstGeom prst="rect">
            <a:avLst/>
          </a:prstGeom>
          <a:solidFill>
            <a:srgbClr val="8187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EDEEE6"/>
                </a:solidFill>
              </a:rPr>
              <a:t>1:1</a:t>
            </a:r>
            <a:r>
              <a:rPr lang="ko-KR" altLang="en-US" dirty="0">
                <a:solidFill>
                  <a:srgbClr val="EDEEE6"/>
                </a:solidFill>
              </a:rPr>
              <a:t>문의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67526BD-698A-6F6D-B5ED-51FB7F73D1CC}"/>
              </a:ext>
            </a:extLst>
          </p:cNvPr>
          <p:cNvSpPr/>
          <p:nvPr/>
        </p:nvSpPr>
        <p:spPr>
          <a:xfrm>
            <a:off x="4490519" y="2842788"/>
            <a:ext cx="778598" cy="416460"/>
          </a:xfrm>
          <a:prstGeom prst="rect">
            <a:avLst/>
          </a:prstGeom>
          <a:noFill/>
          <a:ln w="28575">
            <a:solidFill>
              <a:srgbClr val="8187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425E3CEC-3848-2259-39A9-AE6CD5A54B71}"/>
              </a:ext>
            </a:extLst>
          </p:cNvPr>
          <p:cNvCxnSpPr>
            <a:stCxn id="10" idx="3"/>
            <a:endCxn id="7" idx="1"/>
          </p:cNvCxnSpPr>
          <p:nvPr/>
        </p:nvCxnSpPr>
        <p:spPr>
          <a:xfrm flipV="1">
            <a:off x="5269117" y="3047785"/>
            <a:ext cx="1179722" cy="3233"/>
          </a:xfrm>
          <a:prstGeom prst="line">
            <a:avLst/>
          </a:prstGeom>
          <a:ln w="19050">
            <a:solidFill>
              <a:srgbClr val="818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7910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4088E-3823-213E-54F7-B21097200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464B070-05A0-0EDF-966F-6631F6BE5A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178" y="1160519"/>
            <a:ext cx="7690884" cy="5249333"/>
          </a:xfrm>
          <a:prstGeom prst="rect">
            <a:avLst/>
          </a:prstGeom>
          <a:ln w="28575">
            <a:solidFill>
              <a:srgbClr val="81875A"/>
            </a:solidFill>
          </a:ln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6C86660B-C7E1-2EA9-936C-AC1F242A521A}"/>
              </a:ext>
            </a:extLst>
          </p:cNvPr>
          <p:cNvSpPr/>
          <p:nvPr/>
        </p:nvSpPr>
        <p:spPr>
          <a:xfrm>
            <a:off x="298140" y="313146"/>
            <a:ext cx="3632837" cy="374234"/>
          </a:xfrm>
          <a:prstGeom prst="rect">
            <a:avLst/>
          </a:prstGeom>
          <a:solidFill>
            <a:srgbClr val="8187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EDEEE6"/>
                </a:solidFill>
              </a:rPr>
              <a:t>마이페이지 </a:t>
            </a:r>
            <a:r>
              <a:rPr lang="en-US" altLang="ko-KR" dirty="0">
                <a:solidFill>
                  <a:srgbClr val="EDEEE6"/>
                </a:solidFill>
              </a:rPr>
              <a:t>- </a:t>
            </a:r>
            <a:r>
              <a:rPr lang="ko-KR" altLang="en-US" dirty="0">
                <a:solidFill>
                  <a:srgbClr val="EDEEE6"/>
                </a:solidFill>
              </a:rPr>
              <a:t>예약 및 일정 관리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47325F6-85F9-F11E-E05A-FA88BDCA6E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4414" y="1242647"/>
            <a:ext cx="3748475" cy="3016351"/>
          </a:xfrm>
          <a:prstGeom prst="rect">
            <a:avLst/>
          </a:prstGeom>
          <a:ln w="28575">
            <a:solidFill>
              <a:srgbClr val="81875A"/>
            </a:solidFill>
          </a:ln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C7283678-CEBC-2A24-D021-59F60B46D460}"/>
              </a:ext>
            </a:extLst>
          </p:cNvPr>
          <p:cNvSpPr/>
          <p:nvPr/>
        </p:nvSpPr>
        <p:spPr>
          <a:xfrm>
            <a:off x="6123161" y="3739918"/>
            <a:ext cx="721259" cy="353085"/>
          </a:xfrm>
          <a:prstGeom prst="rect">
            <a:avLst/>
          </a:prstGeom>
          <a:noFill/>
          <a:ln>
            <a:solidFill>
              <a:srgbClr val="8187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93D800FC-79C3-80FD-9B0A-0190825FF1AC}"/>
              </a:ext>
            </a:extLst>
          </p:cNvPr>
          <p:cNvCxnSpPr>
            <a:stCxn id="8" idx="0"/>
            <a:endCxn id="7" idx="1"/>
          </p:cNvCxnSpPr>
          <p:nvPr/>
        </p:nvCxnSpPr>
        <p:spPr>
          <a:xfrm flipV="1">
            <a:off x="6483791" y="2750823"/>
            <a:ext cx="1740623" cy="989095"/>
          </a:xfrm>
          <a:prstGeom prst="line">
            <a:avLst/>
          </a:prstGeom>
          <a:ln w="28575">
            <a:solidFill>
              <a:srgbClr val="818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84499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04C26E-CCD1-F93E-C24F-1F13DB9F5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21E22E05-99B0-0126-F731-2F68BD1878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16" y="1196701"/>
            <a:ext cx="6022484" cy="4780310"/>
          </a:xfrm>
          <a:prstGeom prst="rect">
            <a:avLst/>
          </a:prstGeom>
          <a:ln w="28575">
            <a:solidFill>
              <a:srgbClr val="81875A"/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89AF5DBC-5D18-1C2D-3970-A49E49DD60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5414" y="188559"/>
            <a:ext cx="5312198" cy="3240441"/>
          </a:xfrm>
          <a:prstGeom prst="rect">
            <a:avLst/>
          </a:prstGeom>
          <a:ln w="28575">
            <a:solidFill>
              <a:srgbClr val="81875A"/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F046B19-20F5-E023-EDF2-28F77455AE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5414" y="3658008"/>
            <a:ext cx="5103968" cy="2999306"/>
          </a:xfrm>
          <a:prstGeom prst="rect">
            <a:avLst/>
          </a:prstGeom>
          <a:ln w="28575">
            <a:solidFill>
              <a:srgbClr val="81875A"/>
            </a:solidFill>
          </a:ln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91E15EE2-1168-6134-7687-8627E1027D5A}"/>
              </a:ext>
            </a:extLst>
          </p:cNvPr>
          <p:cNvSpPr/>
          <p:nvPr/>
        </p:nvSpPr>
        <p:spPr>
          <a:xfrm>
            <a:off x="298140" y="313146"/>
            <a:ext cx="4754627" cy="374234"/>
          </a:xfrm>
          <a:prstGeom prst="rect">
            <a:avLst/>
          </a:prstGeom>
          <a:solidFill>
            <a:srgbClr val="8187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ko-KR" dirty="0"/>
              <a:t>마이페이지 </a:t>
            </a:r>
            <a:r>
              <a:rPr lang="en-US" altLang="ko-KR" dirty="0"/>
              <a:t>–</a:t>
            </a:r>
            <a:r>
              <a:rPr lang="ko-KR" altLang="ko-KR" dirty="0"/>
              <a:t> </a:t>
            </a:r>
            <a:r>
              <a:rPr lang="ko-KR" altLang="en-US" dirty="0"/>
              <a:t>캘린더 </a:t>
            </a:r>
            <a:r>
              <a:rPr lang="en-US" altLang="ko-KR" dirty="0"/>
              <a:t>/ </a:t>
            </a:r>
            <a:r>
              <a:rPr lang="ko-KR" altLang="ko-KR" dirty="0"/>
              <a:t>체크리스트 / 찜 목록</a:t>
            </a:r>
            <a:endParaRPr lang="ko-KR" altLang="en-US" dirty="0">
              <a:solidFill>
                <a:srgbClr val="EDEEE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19031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B3D353A-990E-653E-2832-2A81069999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282" y="563725"/>
            <a:ext cx="5235130" cy="1958229"/>
          </a:xfrm>
          <a:prstGeom prst="rect">
            <a:avLst/>
          </a:prstGeom>
          <a:ln w="28575">
            <a:solidFill>
              <a:srgbClr val="81875A"/>
            </a:solidFill>
          </a:ln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2AFFBEB5-E28A-26AC-3B27-B79211CB1F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9240" y="94524"/>
            <a:ext cx="5328720" cy="4045257"/>
          </a:xfrm>
          <a:prstGeom prst="rect">
            <a:avLst/>
          </a:prstGeom>
          <a:ln w="28575">
            <a:solidFill>
              <a:srgbClr val="81875A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AA3FC56-6FF4-AB8E-B017-FD48164E77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2360" y="4015119"/>
            <a:ext cx="5355600" cy="2748357"/>
          </a:xfrm>
          <a:prstGeom prst="rect">
            <a:avLst/>
          </a:prstGeom>
          <a:ln w="28575">
            <a:solidFill>
              <a:srgbClr val="81875A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CD5DA6B4-546D-ED59-FAAD-89FD7640FA5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282" y="2624927"/>
            <a:ext cx="5328720" cy="4138549"/>
          </a:xfrm>
          <a:prstGeom prst="rect">
            <a:avLst/>
          </a:prstGeom>
          <a:ln w="28575">
            <a:solidFill>
              <a:srgbClr val="81875A"/>
            </a:solidFill>
          </a:ln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B9D247CA-F6A3-4A4A-AE1E-E66A03B99F67}"/>
              </a:ext>
            </a:extLst>
          </p:cNvPr>
          <p:cNvSpPr/>
          <p:nvPr/>
        </p:nvSpPr>
        <p:spPr>
          <a:xfrm>
            <a:off x="185282" y="94524"/>
            <a:ext cx="3981365" cy="374234"/>
          </a:xfrm>
          <a:prstGeom prst="rect">
            <a:avLst/>
          </a:prstGeom>
          <a:solidFill>
            <a:srgbClr val="8187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마이페이지 </a:t>
            </a:r>
            <a:r>
              <a:rPr lang="en-US" altLang="ko-KR" dirty="0"/>
              <a:t>- </a:t>
            </a:r>
            <a:r>
              <a:rPr lang="ko-KR" altLang="en-US" dirty="0"/>
              <a:t>후기 </a:t>
            </a:r>
            <a:r>
              <a:rPr lang="en-US" altLang="ko-KR" dirty="0"/>
              <a:t>/ </a:t>
            </a:r>
            <a:r>
              <a:rPr lang="ko-KR" altLang="en-US" dirty="0"/>
              <a:t>문의 </a:t>
            </a:r>
            <a:r>
              <a:rPr lang="en-US" altLang="ko-KR" dirty="0"/>
              <a:t>/ </a:t>
            </a:r>
            <a:r>
              <a:rPr lang="ko-KR" altLang="en-US" dirty="0"/>
              <a:t>회원정보</a:t>
            </a:r>
            <a:endParaRPr lang="ko-KR" altLang="en-US" dirty="0">
              <a:solidFill>
                <a:srgbClr val="EDEEE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00093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 descr="비행기 단색으로 채워진">
            <a:extLst>
              <a:ext uri="{FF2B5EF4-FFF2-40B4-BE49-F238E27FC236}">
                <a16:creationId xmlns:a16="http://schemas.microsoft.com/office/drawing/2014/main" id="{54B379FC-DDAB-913D-ED51-C40EA5B9E5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3290544" y="74164"/>
            <a:ext cx="914400" cy="914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E3AE1B0-65E6-23CF-6CBF-3D356CF31810}"/>
              </a:ext>
            </a:extLst>
          </p:cNvPr>
          <p:cNvSpPr txBox="1"/>
          <p:nvPr/>
        </p:nvSpPr>
        <p:spPr>
          <a:xfrm>
            <a:off x="240907" y="177421"/>
            <a:ext cx="320930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b="1" dirty="0">
                <a:solidFill>
                  <a:schemeClr val="accent3">
                    <a:lumMod val="75000"/>
                  </a:schemeClr>
                </a:solidFill>
              </a:rPr>
              <a:t>트러블 슈팅 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0D481147-9BC7-F759-8308-5D82537AD601}"/>
              </a:ext>
            </a:extLst>
          </p:cNvPr>
          <p:cNvCxnSpPr>
            <a:cxnSpLocks/>
          </p:cNvCxnSpPr>
          <p:nvPr/>
        </p:nvCxnSpPr>
        <p:spPr>
          <a:xfrm>
            <a:off x="0" y="982639"/>
            <a:ext cx="4685122" cy="0"/>
          </a:xfrm>
          <a:prstGeom prst="line">
            <a:avLst/>
          </a:prstGeom>
          <a:ln w="571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C84A505F-B598-E6CB-EB69-5A3B07E0B3E6}"/>
              </a:ext>
            </a:extLst>
          </p:cNvPr>
          <p:cNvSpPr/>
          <p:nvPr/>
        </p:nvSpPr>
        <p:spPr>
          <a:xfrm>
            <a:off x="5638799" y="2249108"/>
            <a:ext cx="914400" cy="861106"/>
          </a:xfrm>
          <a:prstGeom prst="rightArrow">
            <a:avLst/>
          </a:prstGeom>
          <a:solidFill>
            <a:srgbClr val="8187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DF8FA509-C11A-4B88-A0D6-7241365A3C90}"/>
              </a:ext>
            </a:extLst>
          </p:cNvPr>
          <p:cNvGrpSpPr/>
          <p:nvPr/>
        </p:nvGrpSpPr>
        <p:grpSpPr>
          <a:xfrm>
            <a:off x="647700" y="1758874"/>
            <a:ext cx="4685122" cy="1841575"/>
            <a:chOff x="647700" y="1758874"/>
            <a:chExt cx="4685122" cy="1841575"/>
          </a:xfrm>
        </p:grpSpPr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5FF25A72-52F8-DC99-B921-B8A106C13C97}"/>
                </a:ext>
              </a:extLst>
            </p:cNvPr>
            <p:cNvSpPr/>
            <p:nvPr/>
          </p:nvSpPr>
          <p:spPr>
            <a:xfrm>
              <a:off x="647700" y="1758874"/>
              <a:ext cx="4685122" cy="1841575"/>
            </a:xfrm>
            <a:prstGeom prst="roundRect">
              <a:avLst/>
            </a:prstGeom>
            <a:solidFill>
              <a:srgbClr val="81875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E28CFFE9-8786-926F-EFE0-FA158E03C4AB}"/>
                </a:ext>
              </a:extLst>
            </p:cNvPr>
            <p:cNvSpPr/>
            <p:nvPr/>
          </p:nvSpPr>
          <p:spPr>
            <a:xfrm>
              <a:off x="715736" y="2373202"/>
              <a:ext cx="4549051" cy="1189839"/>
            </a:xfrm>
            <a:prstGeom prst="roundRect">
              <a:avLst/>
            </a:prstGeom>
            <a:solidFill>
              <a:srgbClr val="EDEEE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buFontTx/>
                <a:buChar char="-"/>
              </a:pPr>
              <a:r>
                <a:rPr lang="ko-KR" altLang="en-US" sz="1600" dirty="0">
                  <a:solidFill>
                    <a:srgbClr val="81875A"/>
                  </a:solidFill>
                </a:rPr>
                <a:t>예약 상태 코드만으로 여행 완료 여부를   판단하기 어려움</a:t>
              </a:r>
              <a:endParaRPr lang="en-US" altLang="ko-KR" sz="1600" dirty="0">
                <a:solidFill>
                  <a:srgbClr val="81875A"/>
                </a:solidFill>
              </a:endParaRPr>
            </a:p>
            <a:p>
              <a:pPr marL="285750" indent="-285750">
                <a:buFontTx/>
                <a:buChar char="-"/>
              </a:pPr>
              <a:r>
                <a:rPr lang="ko-KR" altLang="en-US" sz="1600" dirty="0">
                  <a:solidFill>
                    <a:srgbClr val="81875A"/>
                  </a:solidFill>
                </a:rPr>
                <a:t>페이지별 </a:t>
              </a:r>
              <a:r>
                <a:rPr lang="en-US" altLang="ko-KR" sz="1600" dirty="0">
                  <a:solidFill>
                    <a:srgbClr val="81875A"/>
                  </a:solidFill>
                </a:rPr>
                <a:t>API </a:t>
              </a:r>
              <a:r>
                <a:rPr lang="ko-KR" altLang="en-US" sz="1600" dirty="0">
                  <a:solidFill>
                    <a:srgbClr val="81875A"/>
                  </a:solidFill>
                </a:rPr>
                <a:t>연동 과정에서 데이터        구조 차이 발생</a:t>
              </a: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E15FE44C-1D46-34F5-1C0F-3ED5A692C382}"/>
              </a:ext>
            </a:extLst>
          </p:cNvPr>
          <p:cNvGrpSpPr/>
          <p:nvPr/>
        </p:nvGrpSpPr>
        <p:grpSpPr>
          <a:xfrm>
            <a:off x="6859178" y="1758874"/>
            <a:ext cx="4685122" cy="1841575"/>
            <a:chOff x="6859178" y="1758874"/>
            <a:chExt cx="4685122" cy="1841575"/>
          </a:xfrm>
        </p:grpSpPr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48FE99E5-FF29-AD31-B620-F45562EC431B}"/>
                </a:ext>
              </a:extLst>
            </p:cNvPr>
            <p:cNvSpPr/>
            <p:nvPr/>
          </p:nvSpPr>
          <p:spPr>
            <a:xfrm>
              <a:off x="6859178" y="1758874"/>
              <a:ext cx="4685122" cy="1841575"/>
            </a:xfrm>
            <a:prstGeom prst="roundRect">
              <a:avLst/>
            </a:prstGeom>
            <a:solidFill>
              <a:srgbClr val="81875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38C02FC0-AEAA-7B30-6413-EFE406CB4B6D}"/>
                </a:ext>
              </a:extLst>
            </p:cNvPr>
            <p:cNvSpPr/>
            <p:nvPr/>
          </p:nvSpPr>
          <p:spPr>
            <a:xfrm>
              <a:off x="6927214" y="2373202"/>
              <a:ext cx="4549051" cy="1189839"/>
            </a:xfrm>
            <a:prstGeom prst="roundRect">
              <a:avLst/>
            </a:prstGeom>
            <a:solidFill>
              <a:srgbClr val="EDEEE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buFontTx/>
                <a:buChar char="-"/>
              </a:pPr>
              <a:r>
                <a:rPr lang="ko-KR" altLang="en-US" sz="1600" dirty="0">
                  <a:solidFill>
                    <a:srgbClr val="81875A"/>
                  </a:solidFill>
                </a:rPr>
                <a:t>여행 시작일</a:t>
              </a:r>
              <a:r>
                <a:rPr lang="en-US" altLang="ko-KR" sz="1600" dirty="0">
                  <a:solidFill>
                    <a:srgbClr val="81875A"/>
                  </a:solidFill>
                </a:rPr>
                <a:t>/</a:t>
              </a:r>
              <a:r>
                <a:rPr lang="ko-KR" altLang="en-US" sz="1600" dirty="0">
                  <a:solidFill>
                    <a:srgbClr val="81875A"/>
                  </a:solidFill>
                </a:rPr>
                <a:t>종료일 기준으로 여행 상태   판단</a:t>
              </a:r>
              <a:endParaRPr lang="en-US" altLang="ko-KR" sz="1600" dirty="0">
                <a:solidFill>
                  <a:srgbClr val="81875A"/>
                </a:solidFill>
              </a:endParaRPr>
            </a:p>
            <a:p>
              <a:pPr marL="285750" indent="-285750">
                <a:buFontTx/>
                <a:buChar char="-"/>
              </a:pPr>
              <a:r>
                <a:rPr lang="en-US" altLang="ko-KR" sz="1600" dirty="0">
                  <a:solidFill>
                    <a:srgbClr val="81875A"/>
                  </a:solidFill>
                </a:rPr>
                <a:t>DTO </a:t>
              </a:r>
              <a:r>
                <a:rPr lang="ko-KR" altLang="en-US" sz="1600" dirty="0">
                  <a:solidFill>
                    <a:srgbClr val="81875A"/>
                  </a:solidFill>
                </a:rPr>
                <a:t>구조와 응답 데이터를 확인하며       프론트 상태 값 수정</a:t>
              </a: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A7762B3E-1FDD-1E80-97F8-2A45D07A4105}"/>
              </a:ext>
            </a:extLst>
          </p:cNvPr>
          <p:cNvGrpSpPr/>
          <p:nvPr/>
        </p:nvGrpSpPr>
        <p:grpSpPr>
          <a:xfrm>
            <a:off x="1930400" y="4214777"/>
            <a:ext cx="8331200" cy="2166745"/>
            <a:chOff x="1930400" y="4214777"/>
            <a:chExt cx="8331200" cy="2166745"/>
          </a:xfrm>
        </p:grpSpPr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DA645E7A-0E72-68F1-6E1B-913B2B086EAC}"/>
                </a:ext>
              </a:extLst>
            </p:cNvPr>
            <p:cNvSpPr/>
            <p:nvPr/>
          </p:nvSpPr>
          <p:spPr>
            <a:xfrm>
              <a:off x="1930400" y="4214777"/>
              <a:ext cx="8331200" cy="2166745"/>
            </a:xfrm>
            <a:prstGeom prst="roundRect">
              <a:avLst/>
            </a:prstGeom>
            <a:solidFill>
              <a:srgbClr val="81875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D12E6281-1138-7366-9F77-D3EB00CAC0BD}"/>
                </a:ext>
              </a:extLst>
            </p:cNvPr>
            <p:cNvSpPr/>
            <p:nvPr/>
          </p:nvSpPr>
          <p:spPr>
            <a:xfrm>
              <a:off x="2027837" y="4914343"/>
              <a:ext cx="8136326" cy="1404358"/>
            </a:xfrm>
            <a:prstGeom prst="roundRect">
              <a:avLst/>
            </a:prstGeom>
            <a:solidFill>
              <a:srgbClr val="EDEEE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dirty="0">
                  <a:solidFill>
                    <a:srgbClr val="81875A"/>
                  </a:solidFill>
                </a:rPr>
                <a:t>- </a:t>
              </a:r>
              <a:r>
                <a:rPr lang="ko-KR" altLang="en-US" dirty="0">
                  <a:solidFill>
                    <a:srgbClr val="81875A"/>
                  </a:solidFill>
                </a:rPr>
                <a:t>찜 등록 기능의 상품 상세 페이지 연동 보완</a:t>
              </a:r>
            </a:p>
            <a:p>
              <a:r>
                <a:rPr lang="en-US" altLang="ko-KR" dirty="0">
                  <a:solidFill>
                    <a:srgbClr val="81875A"/>
                  </a:solidFill>
                </a:rPr>
                <a:t>- </a:t>
              </a:r>
              <a:r>
                <a:rPr lang="ko-KR" altLang="en-US" dirty="0">
                  <a:solidFill>
                    <a:srgbClr val="81875A"/>
                  </a:solidFill>
                </a:rPr>
                <a:t>알림 기능 추가</a:t>
              </a:r>
            </a:p>
            <a:p>
              <a:r>
                <a:rPr lang="en-US" altLang="ko-KR" dirty="0">
                  <a:solidFill>
                    <a:srgbClr val="81875A"/>
                  </a:solidFill>
                </a:rPr>
                <a:t>- </a:t>
              </a:r>
              <a:r>
                <a:rPr lang="ko-KR" altLang="en-US" dirty="0">
                  <a:solidFill>
                    <a:srgbClr val="81875A"/>
                  </a:solidFill>
                </a:rPr>
                <a:t>관리자 통계 기능 확장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FA69FEB8-B23F-31FD-23A2-19DD8D20478B}"/>
              </a:ext>
            </a:extLst>
          </p:cNvPr>
          <p:cNvSpPr txBox="1"/>
          <p:nvPr/>
        </p:nvSpPr>
        <p:spPr>
          <a:xfrm>
            <a:off x="856343" y="1891115"/>
            <a:ext cx="8273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solidFill>
                  <a:srgbClr val="EDEEE6"/>
                </a:solidFill>
              </a:rPr>
              <a:t>문제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4AF4F74-A461-CF18-6436-D9837384D980}"/>
              </a:ext>
            </a:extLst>
          </p:cNvPr>
          <p:cNvSpPr txBox="1"/>
          <p:nvPr/>
        </p:nvSpPr>
        <p:spPr>
          <a:xfrm>
            <a:off x="7043328" y="1887128"/>
            <a:ext cx="8273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solidFill>
                  <a:srgbClr val="EDEEE6"/>
                </a:solidFill>
              </a:rPr>
              <a:t>해결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CF2F406-3DEE-56B9-3B61-6A2BCFA6F18C}"/>
              </a:ext>
            </a:extLst>
          </p:cNvPr>
          <p:cNvSpPr txBox="1"/>
          <p:nvPr/>
        </p:nvSpPr>
        <p:spPr>
          <a:xfrm>
            <a:off x="2177460" y="4376683"/>
            <a:ext cx="9866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solidFill>
                  <a:srgbClr val="EDEEE6"/>
                </a:solidFill>
              </a:rPr>
              <a:t>개선점</a:t>
            </a:r>
          </a:p>
        </p:txBody>
      </p:sp>
    </p:spTree>
    <p:extLst>
      <p:ext uri="{BB962C8B-B14F-4D97-AF65-F5344CB8AC3E}">
        <p14:creationId xmlns:p14="http://schemas.microsoft.com/office/powerpoint/2010/main" val="34250516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그래픽 27" descr="말미잘과 흰동가리 단색으로 채워진">
            <a:extLst>
              <a:ext uri="{FF2B5EF4-FFF2-40B4-BE49-F238E27FC236}">
                <a16:creationId xmlns:a16="http://schemas.microsoft.com/office/drawing/2014/main" id="{3008E8EA-3158-B996-8E67-446315B9EC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29065" y="2387684"/>
            <a:ext cx="1264621" cy="1264621"/>
          </a:xfrm>
          <a:prstGeom prst="rect">
            <a:avLst/>
          </a:prstGeom>
        </p:spPr>
      </p:pic>
      <p:pic>
        <p:nvPicPr>
          <p:cNvPr id="30" name="그래픽 29" descr="아시아 절 단색으로 채워진">
            <a:extLst>
              <a:ext uri="{FF2B5EF4-FFF2-40B4-BE49-F238E27FC236}">
                <a16:creationId xmlns:a16="http://schemas.microsoft.com/office/drawing/2014/main" id="{485EF491-3BBB-835C-8635-5CED021268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05924" y="4858601"/>
            <a:ext cx="1381040" cy="1381040"/>
          </a:xfrm>
          <a:prstGeom prst="rect">
            <a:avLst/>
          </a:prstGeom>
        </p:spPr>
      </p:pic>
      <p:pic>
        <p:nvPicPr>
          <p:cNvPr id="32" name="그래픽 31" descr="백팩 단색으로 채워진">
            <a:extLst>
              <a:ext uri="{FF2B5EF4-FFF2-40B4-BE49-F238E27FC236}">
                <a16:creationId xmlns:a16="http://schemas.microsoft.com/office/drawing/2014/main" id="{3772D0E7-2618-5D50-DC13-1A95768DBD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62257" y="2387684"/>
            <a:ext cx="1302721" cy="1302721"/>
          </a:xfrm>
          <a:prstGeom prst="rect">
            <a:avLst/>
          </a:prstGeom>
        </p:spPr>
      </p:pic>
      <p:pic>
        <p:nvPicPr>
          <p:cNvPr id="34" name="그래픽 33" descr="버블티 단색으로 채워진">
            <a:extLst>
              <a:ext uri="{FF2B5EF4-FFF2-40B4-BE49-F238E27FC236}">
                <a16:creationId xmlns:a16="http://schemas.microsoft.com/office/drawing/2014/main" id="{4F962C24-A043-83DC-00B2-D07F18BEF4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32600" y="2286749"/>
            <a:ext cx="1378172" cy="1378172"/>
          </a:xfrm>
          <a:prstGeom prst="rect">
            <a:avLst/>
          </a:prstGeom>
        </p:spPr>
      </p:pic>
      <p:pic>
        <p:nvPicPr>
          <p:cNvPr id="36" name="그래픽 35" descr="블로그 단색으로 채워진">
            <a:extLst>
              <a:ext uri="{FF2B5EF4-FFF2-40B4-BE49-F238E27FC236}">
                <a16:creationId xmlns:a16="http://schemas.microsoft.com/office/drawing/2014/main" id="{97880B68-D346-5467-FE9D-E358446312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6784" y="4953000"/>
            <a:ext cx="1404200" cy="1404200"/>
          </a:xfrm>
          <a:prstGeom prst="rect">
            <a:avLst/>
          </a:prstGeom>
        </p:spPr>
      </p:pic>
      <p:pic>
        <p:nvPicPr>
          <p:cNvPr id="26" name="그래픽 25" descr="지구본 - 아시아 단색으로 채워진">
            <a:extLst>
              <a:ext uri="{FF2B5EF4-FFF2-40B4-BE49-F238E27FC236}">
                <a16:creationId xmlns:a16="http://schemas.microsoft.com/office/drawing/2014/main" id="{912FA54A-CCD6-BCBF-52B7-370A8E184C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558118" y="4858600"/>
            <a:ext cx="1498600" cy="1498600"/>
          </a:xfrm>
          <a:prstGeom prst="rect">
            <a:avLst/>
          </a:prstGeom>
        </p:spPr>
      </p:pic>
      <p:pic>
        <p:nvPicPr>
          <p:cNvPr id="2" name="그래픽 1" descr="비행기 단색으로 채워진">
            <a:extLst>
              <a:ext uri="{FF2B5EF4-FFF2-40B4-BE49-F238E27FC236}">
                <a16:creationId xmlns:a16="http://schemas.microsoft.com/office/drawing/2014/main" id="{D8DFD4B7-6A71-E74F-1D1E-2A22F4C7FF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5400000">
            <a:off x="2611226" y="74164"/>
            <a:ext cx="914400" cy="9144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02ADD2A-7AB9-C55C-A521-797FDC70075C}"/>
              </a:ext>
            </a:extLst>
          </p:cNvPr>
          <p:cNvSpPr txBox="1"/>
          <p:nvPr/>
        </p:nvSpPr>
        <p:spPr>
          <a:xfrm>
            <a:off x="240908" y="177421"/>
            <a:ext cx="23703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b="1" dirty="0">
                <a:solidFill>
                  <a:schemeClr val="accent3">
                    <a:lumMod val="75000"/>
                  </a:schemeClr>
                </a:solidFill>
              </a:rPr>
              <a:t>자체평가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48FB707C-4B18-E57D-3DEF-A32D74402B2E}"/>
              </a:ext>
            </a:extLst>
          </p:cNvPr>
          <p:cNvCxnSpPr>
            <a:cxnSpLocks/>
          </p:cNvCxnSpPr>
          <p:nvPr/>
        </p:nvCxnSpPr>
        <p:spPr>
          <a:xfrm>
            <a:off x="0" y="982639"/>
            <a:ext cx="4685122" cy="0"/>
          </a:xfrm>
          <a:prstGeom prst="line">
            <a:avLst/>
          </a:prstGeom>
          <a:ln w="571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530D6935-F837-B229-2532-F322AC4910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546260"/>
              </p:ext>
            </p:extLst>
          </p:nvPr>
        </p:nvGraphicFramePr>
        <p:xfrm>
          <a:off x="224603" y="1502936"/>
          <a:ext cx="3738775" cy="2187469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3738775">
                  <a:extLst>
                    <a:ext uri="{9D8B030D-6E8A-4147-A177-3AD203B41FA5}">
                      <a16:colId xmlns:a16="http://schemas.microsoft.com/office/drawing/2014/main" val="4210534972"/>
                    </a:ext>
                  </a:extLst>
                </a:gridCol>
              </a:tblGrid>
              <a:tr h="40089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dirty="0">
                          <a:latin typeface="+mn-lt"/>
                          <a:cs typeface="ADLaM Display" panose="020F0502020204030204" pitchFamily="2" charset="0"/>
                        </a:rPr>
                        <a:t>김준하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7670811"/>
                  </a:ext>
                </a:extLst>
              </a:tr>
              <a:tr h="84974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rgbClr val="81875A"/>
                          </a:solidFill>
                          <a:latin typeface="+mn-lt"/>
                          <a:cs typeface="ADLaM Display" panose="020F0502020204030204" pitchFamily="2" charset="0"/>
                        </a:rPr>
                        <a:t>팀원들과 역할을 분담해 </a:t>
                      </a:r>
                      <a:r>
                        <a:rPr lang="en-US" altLang="ko-KR" sz="1400" b="0" dirty="0">
                          <a:solidFill>
                            <a:srgbClr val="81875A"/>
                          </a:solidFill>
                          <a:latin typeface="+mn-lt"/>
                          <a:cs typeface="ADLaM Display" panose="020F0502020204030204" pitchFamily="2" charset="0"/>
                        </a:rPr>
                        <a:t>React</a:t>
                      </a:r>
                      <a:r>
                        <a:rPr lang="ko-KR" altLang="en-US" sz="1400" b="0" dirty="0">
                          <a:solidFill>
                            <a:srgbClr val="81875A"/>
                          </a:solidFill>
                          <a:latin typeface="+mn-lt"/>
                          <a:cs typeface="ADLaM Display" panose="020F0502020204030204" pitchFamily="2" charset="0"/>
                        </a:rPr>
                        <a:t>와 </a:t>
                      </a:r>
                      <a:r>
                        <a:rPr lang="en-US" altLang="ko-KR" sz="1400" b="0" dirty="0">
                          <a:solidFill>
                            <a:srgbClr val="81875A"/>
                          </a:solidFill>
                          <a:latin typeface="+mn-lt"/>
                          <a:cs typeface="ADLaM Display" panose="020F0502020204030204" pitchFamily="2" charset="0"/>
                        </a:rPr>
                        <a:t>Spring</a:t>
                      </a:r>
                      <a:r>
                        <a:rPr lang="ko-KR" altLang="en-US" sz="1400" b="0" dirty="0">
                          <a:solidFill>
                            <a:srgbClr val="81875A"/>
                          </a:solidFill>
                          <a:latin typeface="+mn-lt"/>
                          <a:cs typeface="ADLaM Display" panose="020F0502020204030204" pitchFamily="2" charset="0"/>
                        </a:rPr>
                        <a:t>을 연동하며 실제 서비스 개발 과정을 경험하고 협업의 중요성을 배울 수 있었습니다</a:t>
                      </a:r>
                      <a:r>
                        <a:rPr lang="en-US" altLang="ko-KR" sz="1400" b="0" dirty="0">
                          <a:solidFill>
                            <a:srgbClr val="81875A"/>
                          </a:solidFill>
                          <a:latin typeface="+mn-lt"/>
                          <a:cs typeface="ADLaM Display" panose="020F0502020204030204" pitchFamily="2" charset="0"/>
                        </a:rPr>
                        <a:t>.</a:t>
                      </a:r>
                      <a:endParaRPr lang="ko-KR" altLang="en-US" sz="1400" b="0" dirty="0">
                        <a:solidFill>
                          <a:srgbClr val="81875A"/>
                        </a:solidFill>
                        <a:latin typeface="+mn-lt"/>
                        <a:cs typeface="ADLaM Display" panose="020F0502020204030204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1999379"/>
                  </a:ext>
                </a:extLst>
              </a:tr>
              <a:tr h="93683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 dirty="0">
                          <a:solidFill>
                            <a:srgbClr val="81875A"/>
                          </a:solidFill>
                          <a:latin typeface="+mn-lt"/>
                          <a:cs typeface="ADLaM Display" panose="020F0502020204030204" pitchFamily="2" charset="0"/>
                        </a:rPr>
                        <a:t>프로젝트 기간이 짧아 기능 구현에 집중하다 보니 테스트 코드 작성과 성능 개선까지 </a:t>
                      </a:r>
                      <a:endParaRPr lang="en-US" altLang="ko-KR" sz="1400" b="0" dirty="0">
                        <a:solidFill>
                          <a:srgbClr val="81875A"/>
                        </a:solidFill>
                        <a:latin typeface="+mn-lt"/>
                        <a:cs typeface="ADLaM Display" panose="020F0502020204030204" pitchFamily="2" charset="0"/>
                      </a:endParaRPr>
                    </a:p>
                    <a:p>
                      <a:pPr latinLnBrk="1"/>
                      <a:r>
                        <a:rPr lang="ko-KR" altLang="en-US" sz="1400" b="0" dirty="0">
                          <a:solidFill>
                            <a:srgbClr val="81875A"/>
                          </a:solidFill>
                          <a:latin typeface="+mn-lt"/>
                          <a:cs typeface="ADLaM Display" panose="020F0502020204030204" pitchFamily="2" charset="0"/>
                        </a:rPr>
                        <a:t>충분히 진행하지 못한 점이 아쉬웠습니다</a:t>
                      </a:r>
                      <a:r>
                        <a:rPr lang="en-US" altLang="ko-KR" sz="1400" b="0" dirty="0">
                          <a:solidFill>
                            <a:srgbClr val="81875A"/>
                          </a:solidFill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.</a:t>
                      </a:r>
                      <a:endParaRPr lang="ko-KR" altLang="en-US" sz="1400" b="0" dirty="0">
                        <a:solidFill>
                          <a:srgbClr val="81875A"/>
                        </a:solidFill>
                        <a:latin typeface="+mn-lt"/>
                        <a:cs typeface="ADLaM Display" panose="020F0502020204030204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4879499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517655C4-44C8-AC67-54CB-7695BE6216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2850782"/>
              </p:ext>
            </p:extLst>
          </p:nvPr>
        </p:nvGraphicFramePr>
        <p:xfrm>
          <a:off x="224603" y="4052171"/>
          <a:ext cx="3738775" cy="2204179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3738775">
                  <a:extLst>
                    <a:ext uri="{9D8B030D-6E8A-4147-A177-3AD203B41FA5}">
                      <a16:colId xmlns:a16="http://schemas.microsoft.com/office/drawing/2014/main" val="4210534972"/>
                    </a:ext>
                  </a:extLst>
                </a:gridCol>
              </a:tblGrid>
              <a:tr h="37738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dirty="0">
                          <a:latin typeface="+mn-lt"/>
                          <a:cs typeface="ADLaM Display" panose="020F0502020204030204" pitchFamily="2" charset="0"/>
                        </a:rPr>
                        <a:t>박창렬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7670811"/>
                  </a:ext>
                </a:extLst>
              </a:tr>
              <a:tr h="92817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 dirty="0">
                          <a:solidFill>
                            <a:srgbClr val="81875A"/>
                          </a:solidFill>
                          <a:latin typeface="+mn-lt"/>
                          <a:cs typeface="ADLaM Display" panose="020F0502020204030204" pitchFamily="2" charset="0"/>
                        </a:rPr>
                        <a:t>팀장으로서 기능 구현뿐만 아니라 일정 조율</a:t>
                      </a:r>
                      <a:r>
                        <a:rPr lang="en-US" altLang="ko-KR" sz="1400" b="0" dirty="0">
                          <a:solidFill>
                            <a:srgbClr val="81875A"/>
                          </a:solidFill>
                          <a:latin typeface="+mn-lt"/>
                          <a:cs typeface="ADLaM Display" panose="020F0502020204030204" pitchFamily="2" charset="0"/>
                        </a:rPr>
                        <a:t>, </a:t>
                      </a:r>
                      <a:r>
                        <a:rPr lang="ko-KR" altLang="en-US" sz="1400" b="0" dirty="0">
                          <a:solidFill>
                            <a:srgbClr val="81875A"/>
                          </a:solidFill>
                          <a:latin typeface="+mn-lt"/>
                          <a:cs typeface="ADLaM Display" panose="020F0502020204030204" pitchFamily="2" charset="0"/>
                        </a:rPr>
                        <a:t>통합</a:t>
                      </a:r>
                      <a:r>
                        <a:rPr lang="en-US" altLang="ko-KR" sz="1400" b="0" dirty="0">
                          <a:solidFill>
                            <a:srgbClr val="81875A"/>
                          </a:solidFill>
                          <a:latin typeface="+mn-lt"/>
                          <a:cs typeface="ADLaM Display" panose="020F0502020204030204" pitchFamily="2" charset="0"/>
                        </a:rPr>
                        <a:t>, </a:t>
                      </a:r>
                      <a:r>
                        <a:rPr lang="ko-KR" altLang="en-US" sz="1400" b="0" dirty="0">
                          <a:solidFill>
                            <a:srgbClr val="81875A"/>
                          </a:solidFill>
                          <a:latin typeface="+mn-lt"/>
                          <a:cs typeface="ADLaM Display" panose="020F0502020204030204" pitchFamily="2" charset="0"/>
                        </a:rPr>
                        <a:t>발표 준비까지 경험할 수 있어 많이 배웠습니다</a:t>
                      </a:r>
                      <a:r>
                        <a:rPr lang="en-US" altLang="ko-KR" sz="1400" b="0" dirty="0">
                          <a:solidFill>
                            <a:srgbClr val="81875A"/>
                          </a:solidFill>
                          <a:latin typeface="+mn-lt"/>
                          <a:cs typeface="ADLaM Display" panose="020F0502020204030204" pitchFamily="2" charset="0"/>
                        </a:rPr>
                        <a:t>. </a:t>
                      </a:r>
                      <a:r>
                        <a:rPr lang="ko-KR" altLang="en-US" sz="1400" b="0" dirty="0">
                          <a:solidFill>
                            <a:srgbClr val="81875A"/>
                          </a:solidFill>
                          <a:latin typeface="+mn-lt"/>
                          <a:cs typeface="ADLaM Display" panose="020F0502020204030204" pitchFamily="2" charset="0"/>
                        </a:rPr>
                        <a:t>또한 </a:t>
                      </a:r>
                      <a:r>
                        <a:rPr lang="en-US" altLang="ko-KR" sz="1400" b="0" dirty="0">
                          <a:solidFill>
                            <a:srgbClr val="81875A"/>
                          </a:solidFill>
                          <a:latin typeface="+mn-lt"/>
                          <a:cs typeface="ADLaM Display" panose="020F0502020204030204" pitchFamily="2" charset="0"/>
                        </a:rPr>
                        <a:t>JSP</a:t>
                      </a:r>
                      <a:r>
                        <a:rPr lang="ko-KR" altLang="en-US" sz="1400" b="0" dirty="0">
                          <a:solidFill>
                            <a:srgbClr val="81875A"/>
                          </a:solidFill>
                          <a:latin typeface="+mn-lt"/>
                          <a:cs typeface="ADLaM Display" panose="020F0502020204030204" pitchFamily="2" charset="0"/>
                        </a:rPr>
                        <a:t>뿐만 아니라 </a:t>
                      </a:r>
                      <a:r>
                        <a:rPr lang="en-US" altLang="ko-KR" sz="1400" b="0" dirty="0">
                          <a:solidFill>
                            <a:srgbClr val="81875A"/>
                          </a:solidFill>
                          <a:latin typeface="+mn-lt"/>
                          <a:cs typeface="ADLaM Display" panose="020F0502020204030204" pitchFamily="2" charset="0"/>
                        </a:rPr>
                        <a:t>React</a:t>
                      </a:r>
                      <a:r>
                        <a:rPr lang="ko-KR" altLang="en-US" sz="1400" b="0" dirty="0">
                          <a:solidFill>
                            <a:srgbClr val="81875A"/>
                          </a:solidFill>
                          <a:latin typeface="+mn-lt"/>
                          <a:cs typeface="ADLaM Display" panose="020F0502020204030204" pitchFamily="2" charset="0"/>
                        </a:rPr>
                        <a:t>도 경험할 수 있어서 좋았습니다</a:t>
                      </a:r>
                      <a:r>
                        <a:rPr lang="en-US" altLang="ko-KR" sz="1400" b="0" dirty="0">
                          <a:solidFill>
                            <a:srgbClr val="81875A"/>
                          </a:solidFill>
                          <a:latin typeface="+mn-lt"/>
                          <a:cs typeface="ADLaM Display" panose="020F0502020204030204" pitchFamily="2" charset="0"/>
                        </a:rPr>
                        <a:t>.</a:t>
                      </a:r>
                      <a:endParaRPr lang="ko-KR" altLang="en-US" sz="1400" b="0" dirty="0">
                        <a:solidFill>
                          <a:srgbClr val="81875A"/>
                        </a:solidFill>
                        <a:latin typeface="+mn-lt"/>
                        <a:cs typeface="ADLaM Display" panose="020F0502020204030204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1999379"/>
                  </a:ext>
                </a:extLst>
              </a:tr>
              <a:tr h="88191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 dirty="0">
                          <a:solidFill>
                            <a:srgbClr val="81875A"/>
                          </a:solidFill>
                          <a:latin typeface="+mn-lt"/>
                          <a:cs typeface="ADLaM Display" panose="020F0502020204030204" pitchFamily="2" charset="0"/>
                        </a:rPr>
                        <a:t>초반에 공통 규칙을 더 명확히 정했다면 후반 통합 과정에서 시행착오를 줄일 수 있었을 것 같습니다</a:t>
                      </a:r>
                      <a:r>
                        <a:rPr lang="en-US" altLang="ko-KR" sz="1400" b="0" dirty="0">
                          <a:solidFill>
                            <a:srgbClr val="81875A"/>
                          </a:solidFill>
                          <a:latin typeface="+mn-lt"/>
                          <a:cs typeface="ADLaM Display" panose="020F0502020204030204" pitchFamily="2" charset="0"/>
                        </a:rPr>
                        <a:t>.</a:t>
                      </a:r>
                      <a:endParaRPr lang="ko-KR" altLang="en-US" sz="1400" b="0" dirty="0">
                        <a:solidFill>
                          <a:srgbClr val="81875A"/>
                        </a:solidFill>
                        <a:latin typeface="+mn-lt"/>
                        <a:cs typeface="ADLaM Display" panose="020F0502020204030204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4879499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D52A3AA9-F12E-2E84-CA85-CA2E0F6A50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3787330"/>
              </p:ext>
            </p:extLst>
          </p:nvPr>
        </p:nvGraphicFramePr>
        <p:xfrm>
          <a:off x="4302457" y="1502936"/>
          <a:ext cx="3738775" cy="2187469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3738775">
                  <a:extLst>
                    <a:ext uri="{9D8B030D-6E8A-4147-A177-3AD203B41FA5}">
                      <a16:colId xmlns:a16="http://schemas.microsoft.com/office/drawing/2014/main" val="4210534972"/>
                    </a:ext>
                  </a:extLst>
                </a:gridCol>
              </a:tblGrid>
              <a:tr h="40089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dirty="0">
                          <a:latin typeface="+mn-lt"/>
                          <a:cs typeface="ADLaM Display" panose="020F0502020204030204" pitchFamily="2" charset="0"/>
                        </a:rPr>
                        <a:t>안효빈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7670811"/>
                  </a:ext>
                </a:extLst>
              </a:tr>
              <a:tr h="84974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rgbClr val="81875A"/>
                          </a:solidFill>
                          <a:latin typeface="+mn-lt"/>
                          <a:cs typeface="ADLaM Display" panose="020F0502020204030204" pitchFamily="2" charset="0"/>
                        </a:rPr>
                        <a:t>많은 것들을 깨닫게 하는 계기였습니다</a:t>
                      </a:r>
                      <a:r>
                        <a:rPr lang="en-US" altLang="ko-KR" sz="1400" b="0" dirty="0">
                          <a:solidFill>
                            <a:srgbClr val="81875A"/>
                          </a:solidFill>
                          <a:latin typeface="+mn-lt"/>
                          <a:cs typeface="ADLaM Display" panose="020F0502020204030204" pitchFamily="2" charset="0"/>
                        </a:rPr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1999379"/>
                  </a:ext>
                </a:extLst>
              </a:tr>
              <a:tr h="93683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 dirty="0">
                          <a:solidFill>
                            <a:srgbClr val="81875A"/>
                          </a:solidFill>
                          <a:latin typeface="+mn-lt"/>
                          <a:cs typeface="ADLaM Display" panose="020F0502020204030204" pitchFamily="2" charset="0"/>
                        </a:rPr>
                        <a:t>기한이 짧아 최초 기획했던 다양한 기능들을 구현할 수 없었던 점이 아쉬웠습니다</a:t>
                      </a:r>
                      <a:r>
                        <a:rPr lang="en-US" altLang="ko-KR" sz="1400" b="0" dirty="0">
                          <a:solidFill>
                            <a:srgbClr val="81875A"/>
                          </a:solidFill>
                          <a:latin typeface="+mn-lt"/>
                          <a:cs typeface="ADLaM Display" panose="020F0502020204030204" pitchFamily="2" charset="0"/>
                        </a:rPr>
                        <a:t>.</a:t>
                      </a:r>
                      <a:endParaRPr lang="ko-KR" altLang="en-US" sz="1400" b="0" dirty="0">
                        <a:solidFill>
                          <a:srgbClr val="81875A"/>
                        </a:solidFill>
                        <a:latin typeface="+mn-lt"/>
                        <a:cs typeface="ADLaM Display" panose="020F0502020204030204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4879499"/>
                  </a:ext>
                </a:extLst>
              </a:tr>
            </a:tbl>
          </a:graphicData>
        </a:graphic>
      </p:graphicFrame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A186951E-3D1B-D242-9585-3E7B8FD028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1913221"/>
              </p:ext>
            </p:extLst>
          </p:nvPr>
        </p:nvGraphicFramePr>
        <p:xfrm>
          <a:off x="4302457" y="4052171"/>
          <a:ext cx="3738775" cy="2196357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3738775">
                  <a:extLst>
                    <a:ext uri="{9D8B030D-6E8A-4147-A177-3AD203B41FA5}">
                      <a16:colId xmlns:a16="http://schemas.microsoft.com/office/drawing/2014/main" val="4210534972"/>
                    </a:ext>
                  </a:extLst>
                </a:gridCol>
              </a:tblGrid>
              <a:tr h="37504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dirty="0">
                          <a:latin typeface="+mn-lt"/>
                          <a:cs typeface="ADLaM Display" panose="020F0502020204030204" pitchFamily="2" charset="0"/>
                        </a:rPr>
                        <a:t>변정하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7670811"/>
                  </a:ext>
                </a:extLst>
              </a:tr>
              <a:tr h="9359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>
                          <a:solidFill>
                            <a:srgbClr val="81875A"/>
                          </a:solidFill>
                          <a:latin typeface="+mn-lt"/>
                          <a:cs typeface="ADLaM Display" panose="020F0502020204030204" pitchFamily="2" charset="0"/>
                        </a:rPr>
                        <a:t>React</a:t>
                      </a:r>
                      <a:r>
                        <a:rPr lang="ko-KR" altLang="en-US" sz="1400" b="0" dirty="0">
                          <a:solidFill>
                            <a:srgbClr val="81875A"/>
                          </a:solidFill>
                          <a:latin typeface="+mn-lt"/>
                          <a:cs typeface="ADLaM Display" panose="020F0502020204030204" pitchFamily="2" charset="0"/>
                        </a:rPr>
                        <a:t>와 </a:t>
                      </a:r>
                      <a:r>
                        <a:rPr lang="en-US" altLang="ko-KR" sz="1400" b="0" dirty="0">
                          <a:solidFill>
                            <a:srgbClr val="81875A"/>
                          </a:solidFill>
                          <a:latin typeface="+mn-lt"/>
                          <a:cs typeface="ADLaM Display" panose="020F0502020204030204" pitchFamily="2" charset="0"/>
                        </a:rPr>
                        <a:t>Spring Boot</a:t>
                      </a:r>
                      <a:r>
                        <a:rPr lang="ko-KR" altLang="en-US" sz="1400" b="0" dirty="0">
                          <a:solidFill>
                            <a:srgbClr val="81875A"/>
                          </a:solidFill>
                          <a:latin typeface="+mn-lt"/>
                          <a:cs typeface="ADLaM Display" panose="020F0502020204030204" pitchFamily="2" charset="0"/>
                        </a:rPr>
                        <a:t>를 연동하며 </a:t>
                      </a:r>
                      <a:r>
                        <a:rPr lang="ko-KR" altLang="en-US" sz="1400" b="0" dirty="0" err="1">
                          <a:solidFill>
                            <a:srgbClr val="81875A"/>
                          </a:solidFill>
                          <a:latin typeface="+mn-lt"/>
                          <a:cs typeface="ADLaM Display" panose="020F0502020204030204" pitchFamily="2" charset="0"/>
                        </a:rPr>
                        <a:t>프론트엔드와</a:t>
                      </a:r>
                      <a:r>
                        <a:rPr lang="ko-KR" altLang="en-US" sz="1400" b="0" dirty="0">
                          <a:solidFill>
                            <a:srgbClr val="81875A"/>
                          </a:solidFill>
                          <a:latin typeface="+mn-lt"/>
                          <a:cs typeface="ADLaM Display" panose="020F0502020204030204" pitchFamily="2" charset="0"/>
                        </a:rPr>
                        <a:t> </a:t>
                      </a:r>
                      <a:r>
                        <a:rPr lang="ko-KR" altLang="en-US" sz="1400" b="0" dirty="0" err="1">
                          <a:solidFill>
                            <a:srgbClr val="81875A"/>
                          </a:solidFill>
                          <a:latin typeface="+mn-lt"/>
                          <a:cs typeface="ADLaM Display" panose="020F0502020204030204" pitchFamily="2" charset="0"/>
                        </a:rPr>
                        <a:t>백엔드가</a:t>
                      </a:r>
                      <a:r>
                        <a:rPr lang="ko-KR" altLang="en-US" sz="1400" b="0" dirty="0">
                          <a:solidFill>
                            <a:srgbClr val="81875A"/>
                          </a:solidFill>
                          <a:latin typeface="+mn-lt"/>
                          <a:cs typeface="ADLaM Display" panose="020F0502020204030204" pitchFamily="2" charset="0"/>
                        </a:rPr>
                        <a:t> 데이터를 주고받는 과정을 이해할 수 있었고</a:t>
                      </a:r>
                      <a:r>
                        <a:rPr lang="en-US" altLang="ko-KR" sz="1400" b="0" dirty="0">
                          <a:solidFill>
                            <a:srgbClr val="81875A"/>
                          </a:solidFill>
                          <a:latin typeface="+mn-lt"/>
                          <a:cs typeface="ADLaM Display" panose="020F0502020204030204" pitchFamily="2" charset="0"/>
                        </a:rPr>
                        <a:t>, </a:t>
                      </a:r>
                      <a:r>
                        <a:rPr lang="ko-KR" altLang="en-US" sz="1400" b="0" dirty="0">
                          <a:solidFill>
                            <a:srgbClr val="81875A"/>
                          </a:solidFill>
                          <a:latin typeface="+mn-lt"/>
                          <a:cs typeface="ADLaM Display" panose="020F0502020204030204" pitchFamily="2" charset="0"/>
                        </a:rPr>
                        <a:t>실제 서비스를 구현하는 경험을 쌓을 수 있었습니다</a:t>
                      </a:r>
                      <a:r>
                        <a:rPr lang="en-US" altLang="ko-KR" sz="1400" b="0" dirty="0">
                          <a:solidFill>
                            <a:srgbClr val="81875A"/>
                          </a:solidFill>
                          <a:latin typeface="+mn-lt"/>
                          <a:cs typeface="ADLaM Display" panose="020F0502020204030204" pitchFamily="2" charset="0"/>
                        </a:rPr>
                        <a:t>.</a:t>
                      </a:r>
                      <a:endParaRPr lang="ko-KR" altLang="en-US" sz="1400" b="0" dirty="0">
                        <a:solidFill>
                          <a:srgbClr val="81875A"/>
                        </a:solidFill>
                        <a:latin typeface="+mn-lt"/>
                        <a:cs typeface="ADLaM Display" panose="020F0502020204030204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1999379"/>
                  </a:ext>
                </a:extLst>
              </a:tr>
              <a:tr h="87643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 dirty="0">
                          <a:solidFill>
                            <a:srgbClr val="81875A"/>
                          </a:solidFill>
                          <a:latin typeface="+mn-lt"/>
                          <a:cs typeface="ADLaM Display" panose="020F0502020204030204" pitchFamily="2" charset="0"/>
                        </a:rPr>
                        <a:t>프로젝트 기간이 짧아 일부 기능을 충분히 보완하지 못한 점과 추가 기능을 구현하지 못한 점이 아쉬웠습니다</a:t>
                      </a:r>
                      <a:r>
                        <a:rPr lang="en-US" altLang="ko-KR" sz="1400" b="0" dirty="0">
                          <a:solidFill>
                            <a:srgbClr val="81875A"/>
                          </a:solidFill>
                          <a:latin typeface="+mn-lt"/>
                          <a:cs typeface="ADLaM Display" panose="020F0502020204030204" pitchFamily="2" charset="0"/>
                        </a:rPr>
                        <a:t>.</a:t>
                      </a:r>
                      <a:endParaRPr lang="ko-KR" altLang="en-US" sz="1400" b="0" dirty="0">
                        <a:solidFill>
                          <a:srgbClr val="81875A"/>
                        </a:solidFill>
                        <a:latin typeface="+mn-lt"/>
                        <a:cs typeface="ADLaM Display" panose="020F0502020204030204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4879499"/>
                  </a:ext>
                </a:extLst>
              </a:tr>
            </a:tbl>
          </a:graphicData>
        </a:graphic>
      </p:graphicFrame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1F2D56D9-64FF-174D-2A88-7464516C06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2434042"/>
              </p:ext>
            </p:extLst>
          </p:nvPr>
        </p:nvGraphicFramePr>
        <p:xfrm>
          <a:off x="8380311" y="1502936"/>
          <a:ext cx="3738775" cy="2187469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3738775">
                  <a:extLst>
                    <a:ext uri="{9D8B030D-6E8A-4147-A177-3AD203B41FA5}">
                      <a16:colId xmlns:a16="http://schemas.microsoft.com/office/drawing/2014/main" val="4210534972"/>
                    </a:ext>
                  </a:extLst>
                </a:gridCol>
              </a:tblGrid>
              <a:tr h="40089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dirty="0">
                          <a:latin typeface="+mn-lt"/>
                          <a:cs typeface="ADLaM Display" panose="020F0502020204030204" pitchFamily="2" charset="0"/>
                        </a:rPr>
                        <a:t>이경목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7670811"/>
                  </a:ext>
                </a:extLst>
              </a:tr>
              <a:tr h="84974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 dirty="0">
                          <a:solidFill>
                            <a:srgbClr val="81875A"/>
                          </a:solidFill>
                          <a:latin typeface="+mn-lt"/>
                          <a:cs typeface="ADLaM Display" panose="020F0502020204030204" pitchFamily="2" charset="0"/>
                        </a:rPr>
                        <a:t>회원정보 수정과 프로필 이미지 처리까지 구현하면서 기본 </a:t>
                      </a:r>
                      <a:r>
                        <a:rPr lang="en-US" altLang="ko-KR" sz="1400" b="0" dirty="0">
                          <a:solidFill>
                            <a:srgbClr val="81875A"/>
                          </a:solidFill>
                          <a:latin typeface="+mn-lt"/>
                          <a:cs typeface="ADLaM Display" panose="020F0502020204030204" pitchFamily="2" charset="0"/>
                        </a:rPr>
                        <a:t>CRUD </a:t>
                      </a:r>
                      <a:r>
                        <a:rPr lang="ko-KR" altLang="en-US" sz="1400" b="0" dirty="0">
                          <a:solidFill>
                            <a:srgbClr val="81875A"/>
                          </a:solidFill>
                          <a:latin typeface="+mn-lt"/>
                          <a:cs typeface="ADLaM Display" panose="020F0502020204030204" pitchFamily="2" charset="0"/>
                        </a:rPr>
                        <a:t>흐름을 더 익힐 수 있었습니다</a:t>
                      </a:r>
                      <a:r>
                        <a:rPr lang="en-US" altLang="ko-KR" sz="1400" b="0" dirty="0">
                          <a:solidFill>
                            <a:srgbClr val="81875A"/>
                          </a:solidFill>
                          <a:latin typeface="+mn-lt"/>
                          <a:cs typeface="ADLaM Display" panose="020F0502020204030204" pitchFamily="2" charset="0"/>
                        </a:rPr>
                        <a:t>.</a:t>
                      </a:r>
                      <a:endParaRPr lang="ko-KR" altLang="en-US" sz="1400" b="0" dirty="0">
                        <a:solidFill>
                          <a:srgbClr val="81875A"/>
                        </a:solidFill>
                        <a:latin typeface="+mn-lt"/>
                        <a:cs typeface="ADLaM Display" panose="020F0502020204030204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1999379"/>
                  </a:ext>
                </a:extLst>
              </a:tr>
              <a:tr h="93683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 dirty="0">
                          <a:solidFill>
                            <a:srgbClr val="81875A"/>
                          </a:solidFill>
                          <a:latin typeface="+mn-lt"/>
                          <a:cs typeface="ADLaM Display" panose="020F0502020204030204" pitchFamily="2" charset="0"/>
                        </a:rPr>
                        <a:t>회원 기능의 보안 처리와 예외 상황 대응을 더 깊이 다뤄보지 못한 점이 아쉬웠습니다</a:t>
                      </a:r>
                      <a:r>
                        <a:rPr lang="en-US" altLang="ko-KR" sz="1400" b="0" dirty="0">
                          <a:solidFill>
                            <a:srgbClr val="81875A"/>
                          </a:solidFill>
                          <a:latin typeface="+mn-lt"/>
                          <a:cs typeface="ADLaM Display" panose="020F0502020204030204" pitchFamily="2" charset="0"/>
                        </a:rPr>
                        <a:t>.</a:t>
                      </a:r>
                      <a:endParaRPr lang="ko-KR" altLang="en-US" sz="1400" b="0" dirty="0">
                        <a:solidFill>
                          <a:srgbClr val="81875A"/>
                        </a:solidFill>
                        <a:latin typeface="+mn-lt"/>
                        <a:cs typeface="ADLaM Display" panose="020F0502020204030204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4879499"/>
                  </a:ext>
                </a:extLst>
              </a:tr>
            </a:tbl>
          </a:graphicData>
        </a:graphic>
      </p:graphicFrame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683BAAFA-730C-FD4A-1343-0204509F9B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2469847"/>
              </p:ext>
            </p:extLst>
          </p:nvPr>
        </p:nvGraphicFramePr>
        <p:xfrm>
          <a:off x="8380311" y="4052172"/>
          <a:ext cx="3738775" cy="2209647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3738775">
                  <a:extLst>
                    <a:ext uri="{9D8B030D-6E8A-4147-A177-3AD203B41FA5}">
                      <a16:colId xmlns:a16="http://schemas.microsoft.com/office/drawing/2014/main" val="4210534972"/>
                    </a:ext>
                  </a:extLst>
                </a:gridCol>
              </a:tblGrid>
              <a:tr h="35957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dirty="0">
                          <a:latin typeface="+mn-lt"/>
                          <a:cs typeface="ADLaM Display" panose="020F0502020204030204" pitchFamily="2" charset="0"/>
                        </a:rPr>
                        <a:t>황영찬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7670811"/>
                  </a:ext>
                </a:extLst>
              </a:tr>
              <a:tr h="89900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rgbClr val="81875A"/>
                          </a:solidFill>
                          <a:latin typeface="+mn-lt"/>
                          <a:cs typeface="ADLaM Display" panose="020F0502020204030204" pitchFamily="2" charset="0"/>
                        </a:rPr>
                        <a:t>이렇게 팀으로 프로젝트를 완성해보는 경험이 생겨 부족한점을 찾을 수 있었던 것 같습니다</a:t>
                      </a:r>
                      <a:r>
                        <a:rPr lang="en-US" altLang="ko-KR" sz="1400" b="0" dirty="0">
                          <a:solidFill>
                            <a:srgbClr val="81875A"/>
                          </a:solidFill>
                          <a:latin typeface="+mn-lt"/>
                          <a:cs typeface="ADLaM Display" panose="020F0502020204030204" pitchFamily="2" charset="0"/>
                        </a:rPr>
                        <a:t>.</a:t>
                      </a:r>
                      <a:endParaRPr lang="ko-KR" altLang="en-US" sz="1400" b="0" dirty="0">
                        <a:solidFill>
                          <a:srgbClr val="81875A"/>
                        </a:solidFill>
                        <a:latin typeface="+mn-lt"/>
                        <a:cs typeface="ADLaM Display" panose="020F0502020204030204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1999379"/>
                  </a:ext>
                </a:extLst>
              </a:tr>
              <a:tr h="92889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rgbClr val="81875A"/>
                          </a:solidFill>
                          <a:latin typeface="+mn-lt"/>
                          <a:cs typeface="ADLaM Display" panose="020F0502020204030204" pitchFamily="2" charset="0"/>
                        </a:rPr>
                        <a:t>팀원과의 더 많은 대화와 의견교환을 하고 싶었지만 프로젝트 한달 기한으로 아쉬움이 있었습니다</a:t>
                      </a:r>
                    </a:p>
                    <a:p>
                      <a:pPr latinLnBrk="1"/>
                      <a:endParaRPr lang="ko-KR" altLang="en-US" sz="1400" b="0" dirty="0">
                        <a:solidFill>
                          <a:srgbClr val="81875A"/>
                        </a:solidFill>
                        <a:latin typeface="+mn-lt"/>
                        <a:cs typeface="ADLaM Display" panose="020F0502020204030204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48794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09229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6D3FF-BA31-A759-E722-E3A210A03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래픽 3" descr="구름 단색으로 채워진">
            <a:extLst>
              <a:ext uri="{FF2B5EF4-FFF2-40B4-BE49-F238E27FC236}">
                <a16:creationId xmlns:a16="http://schemas.microsoft.com/office/drawing/2014/main" id="{AF45765C-677C-D8DA-8FE3-4F2F85DC36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37073" y="3930628"/>
            <a:ext cx="4635449" cy="4635449"/>
          </a:xfrm>
          <a:prstGeom prst="rect">
            <a:avLst/>
          </a:prstGeom>
        </p:spPr>
      </p:pic>
      <p:pic>
        <p:nvPicPr>
          <p:cNvPr id="9" name="그래픽 8" descr="구름 윤곽선">
            <a:extLst>
              <a:ext uri="{FF2B5EF4-FFF2-40B4-BE49-F238E27FC236}">
                <a16:creationId xmlns:a16="http://schemas.microsoft.com/office/drawing/2014/main" id="{DB781571-35FA-C37D-46E9-D22797F396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713773" y="2046140"/>
            <a:ext cx="4948405" cy="4948405"/>
          </a:xfrm>
          <a:prstGeom prst="rect">
            <a:avLst/>
          </a:prstGeom>
        </p:spPr>
      </p:pic>
      <p:pic>
        <p:nvPicPr>
          <p:cNvPr id="12" name="그래픽 11" descr="일부 흐림 단색으로 채워진">
            <a:extLst>
              <a:ext uri="{FF2B5EF4-FFF2-40B4-BE49-F238E27FC236}">
                <a16:creationId xmlns:a16="http://schemas.microsoft.com/office/drawing/2014/main" id="{9F4AB8C1-47F6-EFBD-AF4B-9F7B9F8505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03821" y="-239032"/>
            <a:ext cx="4030389" cy="4030389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0ADB9660-F662-321F-3B6A-D80D1ED98E42}"/>
              </a:ext>
            </a:extLst>
          </p:cNvPr>
          <p:cNvSpPr/>
          <p:nvPr/>
        </p:nvSpPr>
        <p:spPr>
          <a:xfrm>
            <a:off x="1100702" y="2967334"/>
            <a:ext cx="3647152" cy="923330"/>
          </a:xfrm>
          <a:prstGeom prst="rect">
            <a:avLst/>
          </a:prstGeom>
          <a:solidFill>
            <a:srgbClr val="81875A"/>
          </a:solidFill>
          <a:ln>
            <a:noFill/>
          </a:ln>
        </p:spPr>
        <p:txBody>
          <a:bodyPr wrap="none" lIns="91440" tIns="45720" rIns="91440" bIns="45720">
            <a:spAutoFit/>
          </a:bodyPr>
          <a:lstStyle/>
          <a:p>
            <a:r>
              <a:rPr lang="ko-KR" altLang="en-US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EDEEE6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감사합니다</a:t>
            </a:r>
            <a:endParaRPr lang="en-US" altLang="ko-KR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EDEEE6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pic>
        <p:nvPicPr>
          <p:cNvPr id="3" name="그래픽 2" descr="지구본: 아시아 및 오스트레일리아  단색으로 채워진">
            <a:extLst>
              <a:ext uri="{FF2B5EF4-FFF2-40B4-BE49-F238E27FC236}">
                <a16:creationId xmlns:a16="http://schemas.microsoft.com/office/drawing/2014/main" id="{5BAFB351-BC1C-C4D8-E254-04D4177366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70410" y="-1396024"/>
            <a:ext cx="9650047" cy="9650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1775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가을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2064</TotalTime>
  <Words>688</Words>
  <Application>Microsoft Office PowerPoint</Application>
  <PresentationFormat>와이드스크린</PresentationFormat>
  <Paragraphs>151</Paragraphs>
  <Slides>19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3" baseType="lpstr"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정하 변</dc:creator>
  <cp:lastModifiedBy>중앙 학생56</cp:lastModifiedBy>
  <cp:revision>11</cp:revision>
  <dcterms:created xsi:type="dcterms:W3CDTF">2026-06-19T00:12:09Z</dcterms:created>
  <dcterms:modified xsi:type="dcterms:W3CDTF">2026-06-25T03:14:43Z</dcterms:modified>
</cp:coreProperties>
</file>